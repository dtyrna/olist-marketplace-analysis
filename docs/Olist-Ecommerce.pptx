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69" d="100"/>
          <a:sy n="69" d="100"/>
        </p:scale>
        <p:origin x="9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3594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0007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9387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209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262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317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0071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6497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358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700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0542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0FB88B-BD4A-4264-8DE1-E768682964B7}" type="datetimeFigureOut">
              <a:rPr lang="de-DE" smtClean="0"/>
              <a:t>15.09.2026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3092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0D272A-A2E6-90A3-19D0-36905F7919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A8EBB58-D4FF-F307-D7E7-4DEE04BE23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6141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DCCBE-AFC9-883C-E5AA-A938F520F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</a:t>
            </a:r>
            <a:r>
              <a:rPr lang="de-DE" dirty="0" err="1"/>
              <a:t>Olist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EC0AF5-B786-4A24-4C8B-4E09731A9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e-Commerce</a:t>
            </a:r>
            <a:r>
              <a:rPr lang="de-DE" dirty="0"/>
              <a:t> Dienstleister in Brasilien</a:t>
            </a:r>
          </a:p>
          <a:p>
            <a:r>
              <a:rPr lang="de-DE" dirty="0"/>
              <a:t>Software für kleine, mittlere lokale Händler mit zentraler Anbindung an viele Marktplätze</a:t>
            </a:r>
          </a:p>
          <a:p>
            <a:r>
              <a:rPr lang="de-DE" dirty="0"/>
              <a:t>Produkte werden zentral angelegt</a:t>
            </a:r>
          </a:p>
          <a:p>
            <a:r>
              <a:rPr lang="de-DE" dirty="0"/>
              <a:t>Produkte werden unter dem Händlernamen „</a:t>
            </a:r>
            <a:r>
              <a:rPr lang="de-DE" dirty="0" err="1"/>
              <a:t>Olist</a:t>
            </a:r>
            <a:r>
              <a:rPr lang="de-DE" dirty="0"/>
              <a:t> </a:t>
            </a:r>
            <a:r>
              <a:rPr lang="de-DE" dirty="0" err="1"/>
              <a:t>Store“auf</a:t>
            </a:r>
            <a:r>
              <a:rPr lang="de-DE" dirty="0"/>
              <a:t> den Marktplätzen angeboten</a:t>
            </a:r>
          </a:p>
          <a:p>
            <a:r>
              <a:rPr lang="de-DE" dirty="0" err="1"/>
              <a:t>Olist</a:t>
            </a:r>
            <a:r>
              <a:rPr lang="de-DE" dirty="0"/>
              <a:t> wählt im Hintergrund Verkäufer aus, die diese Bestellung abwickeln</a:t>
            </a:r>
          </a:p>
        </p:txBody>
      </p:sp>
    </p:spTree>
    <p:extLst>
      <p:ext uri="{BB962C8B-B14F-4D97-AF65-F5344CB8AC3E}">
        <p14:creationId xmlns:p14="http://schemas.microsoft.com/office/powerpoint/2010/main" val="2294835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B1E453-B762-B1F6-B92F-92279C854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übernimmt </a:t>
            </a:r>
            <a:r>
              <a:rPr lang="de-DE" dirty="0" err="1"/>
              <a:t>Olist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01181B-3677-36A3-14BB-E2CF20BF5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Auswahl der Verkäufer für Kundenbestellung</a:t>
            </a:r>
          </a:p>
          <a:p>
            <a:r>
              <a:rPr lang="de-DE" dirty="0"/>
              <a:t>Auswahl Carrier für Lieferung</a:t>
            </a:r>
          </a:p>
          <a:p>
            <a:r>
              <a:rPr lang="de-DE" dirty="0"/>
              <a:t>Zahlungsabwicklung</a:t>
            </a:r>
          </a:p>
          <a:p>
            <a:r>
              <a:rPr lang="de-DE" dirty="0"/>
              <a:t>Kundensupport</a:t>
            </a:r>
          </a:p>
        </p:txBody>
      </p:sp>
    </p:spTree>
    <p:extLst>
      <p:ext uri="{BB962C8B-B14F-4D97-AF65-F5344CB8AC3E}">
        <p14:creationId xmlns:p14="http://schemas.microsoft.com/office/powerpoint/2010/main" val="2040553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806833-D452-D1C7-03A0-A9612F65E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übernimmt der Verkäufer?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84F41D-CC82-016B-FEFC-6CEA00622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Bearbeitung der zugewiesenen Bestellungen</a:t>
            </a:r>
          </a:p>
          <a:p>
            <a:r>
              <a:rPr lang="de-DE" dirty="0"/>
              <a:t>Lagerlogistik</a:t>
            </a:r>
          </a:p>
          <a:p>
            <a:r>
              <a:rPr lang="de-DE" dirty="0"/>
              <a:t>Beschaffung</a:t>
            </a:r>
          </a:p>
        </p:txBody>
      </p:sp>
    </p:spTree>
    <p:extLst>
      <p:ext uri="{BB962C8B-B14F-4D97-AF65-F5344CB8AC3E}">
        <p14:creationId xmlns:p14="http://schemas.microsoft.com/office/powerpoint/2010/main" val="1992044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F9816-C8CA-63D9-32C1-BD0870BEA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Vorteile bietet </a:t>
            </a:r>
            <a:r>
              <a:rPr lang="de-DE" dirty="0" err="1"/>
              <a:t>Olist</a:t>
            </a:r>
            <a:r>
              <a:rPr lang="de-DE" dirty="0"/>
              <a:t> den Verkäufern?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3C7F3F-CECE-9067-5973-560F334CF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Anbindung an viele Marktplätze mit einem System</a:t>
            </a:r>
          </a:p>
          <a:p>
            <a:r>
              <a:rPr lang="de-DE" dirty="0"/>
              <a:t>1 Vertrag mit </a:t>
            </a:r>
            <a:r>
              <a:rPr lang="de-DE" dirty="0" err="1"/>
              <a:t>Olist</a:t>
            </a:r>
            <a:r>
              <a:rPr lang="de-DE" dirty="0"/>
              <a:t>, statt mit </a:t>
            </a:r>
            <a:r>
              <a:rPr lang="de-DE"/>
              <a:t>jedem Marktplatz </a:t>
            </a:r>
            <a:r>
              <a:rPr lang="de-DE" dirty="0"/>
              <a:t>extra</a:t>
            </a:r>
          </a:p>
          <a:p>
            <a:r>
              <a:rPr lang="de-DE" dirty="0"/>
              <a:t>Zahlungsabwicklung, Verkäufer erhalten nur Auszahlungen, keine Eingänge von Kunden</a:t>
            </a:r>
          </a:p>
          <a:p>
            <a:r>
              <a:rPr lang="de-DE" dirty="0"/>
              <a:t>Kundensupport wird übernommen</a:t>
            </a:r>
          </a:p>
          <a:p>
            <a:r>
              <a:rPr lang="de-DE" dirty="0"/>
              <a:t>Carrier wird von </a:t>
            </a:r>
            <a:r>
              <a:rPr lang="de-DE" dirty="0" err="1"/>
              <a:t>Olist</a:t>
            </a:r>
            <a:r>
              <a:rPr lang="de-DE" dirty="0"/>
              <a:t> bestimmt und gestellt</a:t>
            </a:r>
          </a:p>
          <a:p>
            <a:r>
              <a:rPr lang="de-DE" dirty="0"/>
              <a:t>Markenbekanntheit „</a:t>
            </a:r>
            <a:r>
              <a:rPr lang="de-DE" dirty="0" err="1"/>
              <a:t>Olist</a:t>
            </a:r>
            <a:r>
              <a:rPr lang="de-DE" dirty="0"/>
              <a:t> Store“ erhöht Vertrauen und generiert Reichweite</a:t>
            </a:r>
          </a:p>
        </p:txBody>
      </p:sp>
    </p:spTree>
    <p:extLst>
      <p:ext uri="{BB962C8B-B14F-4D97-AF65-F5344CB8AC3E}">
        <p14:creationId xmlns:p14="http://schemas.microsoft.com/office/powerpoint/2010/main" val="3360280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list-Thema-Power-Point-v2">
      <a:dk1>
        <a:srgbClr val="1E3A8A"/>
      </a:dk1>
      <a:lt1>
        <a:srgbClr val="FBC8A3"/>
      </a:lt1>
      <a:dk2>
        <a:srgbClr val="1E3A8A"/>
      </a:dk2>
      <a:lt2>
        <a:srgbClr val="FBC8A3"/>
      </a:lt2>
      <a:accent1>
        <a:srgbClr val="000000"/>
      </a:accent1>
      <a:accent2>
        <a:srgbClr val="B68D2F"/>
      </a:accent2>
      <a:accent3>
        <a:srgbClr val="F97316"/>
      </a:accent3>
      <a:accent4>
        <a:srgbClr val="2563EB"/>
      </a:accent4>
      <a:accent5>
        <a:srgbClr val="D97706"/>
      </a:accent5>
      <a:accent6>
        <a:srgbClr val="EA580C"/>
      </a:accent6>
      <a:hlink>
        <a:srgbClr val="467886"/>
      </a:hlink>
      <a:folHlink>
        <a:srgbClr val="96607D"/>
      </a:folHlink>
    </a:clrScheme>
    <a:fontScheme name="Olist-Font-Power-Point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130</Words>
  <Application>Microsoft Office PowerPoint</Application>
  <PresentationFormat>Breitbild</PresentationFormat>
  <Paragraphs>22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8" baseType="lpstr">
      <vt:lpstr>Arial</vt:lpstr>
      <vt:lpstr>Segoe UI</vt:lpstr>
      <vt:lpstr>Office Theme</vt:lpstr>
      <vt:lpstr>PowerPoint-Präsentation</vt:lpstr>
      <vt:lpstr>Was ist Olist?</vt:lpstr>
      <vt:lpstr>Was übernimmt Olist?</vt:lpstr>
      <vt:lpstr>Was übernimmt der Verkäufer?</vt:lpstr>
      <vt:lpstr>Welche Vorteile bietet Olist den Verkäufern?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Janotte</dc:creator>
  <cp:lastModifiedBy>Patrick Janotte</cp:lastModifiedBy>
  <cp:revision>3</cp:revision>
  <dcterms:created xsi:type="dcterms:W3CDTF">2026-09-15T10:04:00Z</dcterms:created>
  <dcterms:modified xsi:type="dcterms:W3CDTF">2026-09-15T10:35:04Z</dcterms:modified>
</cp:coreProperties>
</file>