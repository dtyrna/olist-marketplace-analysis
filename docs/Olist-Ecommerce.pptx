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8" r:id="rId8"/>
    <p:sldId id="263" r:id="rId9"/>
    <p:sldId id="266" r:id="rId10"/>
    <p:sldId id="267" r:id="rId11"/>
    <p:sldId id="269" r:id="rId12"/>
    <p:sldId id="265" r:id="rId13"/>
    <p:sldId id="261" r:id="rId14"/>
    <p:sldId id="262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4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20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0EF97B-1DC8-4686-AE78-CBDF55A7CDBB}" type="doc">
      <dgm:prSet loTypeId="urn:microsoft.com/office/officeart/2005/8/layout/default" loCatId="list" qsTypeId="urn:microsoft.com/office/officeart/2005/8/quickstyle/simple5#6" qsCatId="simple" csTypeId="urn:microsoft.com/office/officeart/2005/8/colors/accent2_2#4" csCatId="accent2"/>
      <dgm:spPr/>
      <dgm:t>
        <a:bodyPr/>
        <a:lstStyle/>
        <a:p>
          <a:endParaRPr lang="en-US"/>
        </a:p>
      </dgm:t>
    </dgm:pt>
    <dgm:pt modelId="{FC301C2B-5D47-46CE-B68B-A8299A1E1FFB}">
      <dgm:prSet/>
      <dgm:spPr/>
      <dgm:t>
        <a:bodyPr/>
        <a:lstStyle/>
        <a:p>
          <a:r>
            <a:rPr lang="de-DE"/>
            <a:t>e-Commerce Dienstleister in Brasilien</a:t>
          </a:r>
          <a:endParaRPr lang="en-US"/>
        </a:p>
      </dgm:t>
    </dgm:pt>
    <dgm:pt modelId="{481A1951-6702-4F18-9AD7-C4F3A3074E64}" type="parTrans" cxnId="{09692CBE-D35B-48DB-A8B3-15267C495D20}">
      <dgm:prSet/>
      <dgm:spPr/>
      <dgm:t>
        <a:bodyPr/>
        <a:lstStyle/>
        <a:p>
          <a:endParaRPr lang="en-US"/>
        </a:p>
      </dgm:t>
    </dgm:pt>
    <dgm:pt modelId="{D57E482B-FFC4-41CE-9E63-6C74FA1BC41D}" type="sibTrans" cxnId="{09692CBE-D35B-48DB-A8B3-15267C495D20}">
      <dgm:prSet/>
      <dgm:spPr/>
      <dgm:t>
        <a:bodyPr/>
        <a:lstStyle/>
        <a:p>
          <a:endParaRPr lang="en-US"/>
        </a:p>
      </dgm:t>
    </dgm:pt>
    <dgm:pt modelId="{1F91D808-02D4-4A4B-9B2E-4CB54D99B31E}">
      <dgm:prSet/>
      <dgm:spPr/>
      <dgm:t>
        <a:bodyPr/>
        <a:lstStyle/>
        <a:p>
          <a:r>
            <a:rPr lang="de-DE"/>
            <a:t>ERP Software für kleine, mittlere lokale Händler mit zentraler Anbindung an viele Marktplätze</a:t>
          </a:r>
          <a:endParaRPr lang="en-US"/>
        </a:p>
      </dgm:t>
    </dgm:pt>
    <dgm:pt modelId="{B55C72C1-61A1-4F01-A121-F700BFE1D41F}" type="parTrans" cxnId="{6EDA6657-BFEC-48CA-AF28-AE69CF02977A}">
      <dgm:prSet/>
      <dgm:spPr/>
      <dgm:t>
        <a:bodyPr/>
        <a:lstStyle/>
        <a:p>
          <a:endParaRPr lang="en-US"/>
        </a:p>
      </dgm:t>
    </dgm:pt>
    <dgm:pt modelId="{6700F684-6EA7-4D5D-81BA-EBEC9652C4D3}" type="sibTrans" cxnId="{6EDA6657-BFEC-48CA-AF28-AE69CF02977A}">
      <dgm:prSet/>
      <dgm:spPr/>
      <dgm:t>
        <a:bodyPr/>
        <a:lstStyle/>
        <a:p>
          <a:endParaRPr lang="en-US"/>
        </a:p>
      </dgm:t>
    </dgm:pt>
    <dgm:pt modelId="{C3947E71-ABAA-46DB-BFF9-52A8D16CC6F8}">
      <dgm:prSet/>
      <dgm:spPr/>
      <dgm:t>
        <a:bodyPr/>
        <a:lstStyle/>
        <a:p>
          <a:r>
            <a:rPr lang="de-DE"/>
            <a:t>Produkte werden zentral angelegt</a:t>
          </a:r>
          <a:endParaRPr lang="en-US"/>
        </a:p>
      </dgm:t>
    </dgm:pt>
    <dgm:pt modelId="{D044940F-13E7-4A07-8DD5-82309BD6F888}" type="parTrans" cxnId="{F391037C-717B-4D57-8B54-A6E1C3CC2E16}">
      <dgm:prSet/>
      <dgm:spPr/>
      <dgm:t>
        <a:bodyPr/>
        <a:lstStyle/>
        <a:p>
          <a:endParaRPr lang="en-US"/>
        </a:p>
      </dgm:t>
    </dgm:pt>
    <dgm:pt modelId="{9E45A238-04B9-41FB-BFCC-E5FD12A981AC}" type="sibTrans" cxnId="{F391037C-717B-4D57-8B54-A6E1C3CC2E16}">
      <dgm:prSet/>
      <dgm:spPr/>
      <dgm:t>
        <a:bodyPr/>
        <a:lstStyle/>
        <a:p>
          <a:endParaRPr lang="en-US"/>
        </a:p>
      </dgm:t>
    </dgm:pt>
    <dgm:pt modelId="{2C8A1DCA-0387-4B46-8B87-4053F7069499}">
      <dgm:prSet/>
      <dgm:spPr/>
      <dgm:t>
        <a:bodyPr/>
        <a:lstStyle/>
        <a:p>
          <a:r>
            <a:rPr lang="de-DE"/>
            <a:t>Produkte werden unter dem Händlernamen „Olist Store“auf den Marktplätzen angeboten</a:t>
          </a:r>
          <a:endParaRPr lang="en-US"/>
        </a:p>
      </dgm:t>
    </dgm:pt>
    <dgm:pt modelId="{005DA0BD-A7D4-41CE-AA4E-B0A3774B1EDA}" type="parTrans" cxnId="{01F3F363-3F2A-42F2-9374-036160DF81DD}">
      <dgm:prSet/>
      <dgm:spPr/>
      <dgm:t>
        <a:bodyPr/>
        <a:lstStyle/>
        <a:p>
          <a:endParaRPr lang="en-US"/>
        </a:p>
      </dgm:t>
    </dgm:pt>
    <dgm:pt modelId="{50680328-01E6-47A7-AB78-435D2BD9EFD7}" type="sibTrans" cxnId="{01F3F363-3F2A-42F2-9374-036160DF81DD}">
      <dgm:prSet/>
      <dgm:spPr/>
      <dgm:t>
        <a:bodyPr/>
        <a:lstStyle/>
        <a:p>
          <a:endParaRPr lang="en-US"/>
        </a:p>
      </dgm:t>
    </dgm:pt>
    <dgm:pt modelId="{D564F161-7574-4172-93D6-96ACF8436AC3}">
      <dgm:prSet/>
      <dgm:spPr/>
      <dgm:t>
        <a:bodyPr/>
        <a:lstStyle/>
        <a:p>
          <a:r>
            <a:rPr lang="de-DE" dirty="0" err="1"/>
            <a:t>Olist</a:t>
          </a:r>
          <a:r>
            <a:rPr lang="de-DE" dirty="0"/>
            <a:t> wählt im Hintergrund Verkäufer aus, die diese Bestellung abwickeln</a:t>
          </a:r>
          <a:endParaRPr lang="en-US" dirty="0"/>
        </a:p>
      </dgm:t>
    </dgm:pt>
    <dgm:pt modelId="{E53A3E2D-966B-4627-9FB0-FF05CC0E334F}" type="parTrans" cxnId="{D948528D-29F9-40F1-9826-14AE56D57A6F}">
      <dgm:prSet/>
      <dgm:spPr/>
      <dgm:t>
        <a:bodyPr/>
        <a:lstStyle/>
        <a:p>
          <a:endParaRPr lang="en-US"/>
        </a:p>
      </dgm:t>
    </dgm:pt>
    <dgm:pt modelId="{84079FE5-0A9B-46C3-A08D-CB68D734C259}" type="sibTrans" cxnId="{D948528D-29F9-40F1-9826-14AE56D57A6F}">
      <dgm:prSet/>
      <dgm:spPr/>
      <dgm:t>
        <a:bodyPr/>
        <a:lstStyle/>
        <a:p>
          <a:endParaRPr lang="en-US"/>
        </a:p>
      </dgm:t>
    </dgm:pt>
    <dgm:pt modelId="{00015128-6B52-4E5E-9434-F31181C6BF9E}" type="pres">
      <dgm:prSet presAssocID="{4B0EF97B-1DC8-4686-AE78-CBDF55A7CDBB}" presName="diagram" presStyleCnt="0">
        <dgm:presLayoutVars>
          <dgm:dir/>
          <dgm:resizeHandles val="exact"/>
        </dgm:presLayoutVars>
      </dgm:prSet>
      <dgm:spPr/>
    </dgm:pt>
    <dgm:pt modelId="{72F03B66-1C09-4E8C-B2E1-6449E41C3AE0}" type="pres">
      <dgm:prSet presAssocID="{FC301C2B-5D47-46CE-B68B-A8299A1E1FFB}" presName="node" presStyleLbl="node1" presStyleIdx="0" presStyleCnt="5">
        <dgm:presLayoutVars>
          <dgm:bulletEnabled val="1"/>
        </dgm:presLayoutVars>
      </dgm:prSet>
      <dgm:spPr/>
    </dgm:pt>
    <dgm:pt modelId="{7878392D-AF5A-4A18-B049-AB1DF6FFD1BC}" type="pres">
      <dgm:prSet presAssocID="{D57E482B-FFC4-41CE-9E63-6C74FA1BC41D}" presName="sibTrans" presStyleCnt="0"/>
      <dgm:spPr/>
    </dgm:pt>
    <dgm:pt modelId="{88713E05-A4C2-4042-A007-A74F972B88A2}" type="pres">
      <dgm:prSet presAssocID="{1F91D808-02D4-4A4B-9B2E-4CB54D99B31E}" presName="node" presStyleLbl="node1" presStyleIdx="1" presStyleCnt="5">
        <dgm:presLayoutVars>
          <dgm:bulletEnabled val="1"/>
        </dgm:presLayoutVars>
      </dgm:prSet>
      <dgm:spPr/>
    </dgm:pt>
    <dgm:pt modelId="{69F1E006-9CB0-4C36-B3D5-2F10C7BB4E17}" type="pres">
      <dgm:prSet presAssocID="{6700F684-6EA7-4D5D-81BA-EBEC9652C4D3}" presName="sibTrans" presStyleCnt="0"/>
      <dgm:spPr/>
    </dgm:pt>
    <dgm:pt modelId="{C468AC6B-D4B9-4DD0-BCF3-B4A34F51B836}" type="pres">
      <dgm:prSet presAssocID="{C3947E71-ABAA-46DB-BFF9-52A8D16CC6F8}" presName="node" presStyleLbl="node1" presStyleIdx="2" presStyleCnt="5">
        <dgm:presLayoutVars>
          <dgm:bulletEnabled val="1"/>
        </dgm:presLayoutVars>
      </dgm:prSet>
      <dgm:spPr/>
    </dgm:pt>
    <dgm:pt modelId="{BBD94B9A-279E-4ADD-B35E-B8B36A399BA7}" type="pres">
      <dgm:prSet presAssocID="{9E45A238-04B9-41FB-BFCC-E5FD12A981AC}" presName="sibTrans" presStyleCnt="0"/>
      <dgm:spPr/>
    </dgm:pt>
    <dgm:pt modelId="{56F8CDB9-FA12-42E8-9C86-1B5143F8F6AF}" type="pres">
      <dgm:prSet presAssocID="{2C8A1DCA-0387-4B46-8B87-4053F7069499}" presName="node" presStyleLbl="node1" presStyleIdx="3" presStyleCnt="5">
        <dgm:presLayoutVars>
          <dgm:bulletEnabled val="1"/>
        </dgm:presLayoutVars>
      </dgm:prSet>
      <dgm:spPr/>
    </dgm:pt>
    <dgm:pt modelId="{700427FF-3187-4425-B929-EB40E8ABD231}" type="pres">
      <dgm:prSet presAssocID="{50680328-01E6-47A7-AB78-435D2BD9EFD7}" presName="sibTrans" presStyleCnt="0"/>
      <dgm:spPr/>
    </dgm:pt>
    <dgm:pt modelId="{9ED5F642-5F31-447E-9901-E743D6EE2E5D}" type="pres">
      <dgm:prSet presAssocID="{D564F161-7574-4172-93D6-96ACF8436AC3}" presName="node" presStyleLbl="node1" presStyleIdx="4" presStyleCnt="5">
        <dgm:presLayoutVars>
          <dgm:bulletEnabled val="1"/>
        </dgm:presLayoutVars>
      </dgm:prSet>
      <dgm:spPr/>
    </dgm:pt>
  </dgm:ptLst>
  <dgm:cxnLst>
    <dgm:cxn modelId="{C4DEDB02-96E7-46A4-8D72-14F741F187D1}" type="presOf" srcId="{C3947E71-ABAA-46DB-BFF9-52A8D16CC6F8}" destId="{C468AC6B-D4B9-4DD0-BCF3-B4A34F51B836}" srcOrd="0" destOrd="0" presId="urn:microsoft.com/office/officeart/2005/8/layout/default"/>
    <dgm:cxn modelId="{201C740B-F80A-4CCB-9613-62C77C292C38}" type="presOf" srcId="{2C8A1DCA-0387-4B46-8B87-4053F7069499}" destId="{56F8CDB9-FA12-42E8-9C86-1B5143F8F6AF}" srcOrd="0" destOrd="0" presId="urn:microsoft.com/office/officeart/2005/8/layout/default"/>
    <dgm:cxn modelId="{0158570E-9AAD-45EB-B250-E5CDF1A1E3FC}" type="presOf" srcId="{D564F161-7574-4172-93D6-96ACF8436AC3}" destId="{9ED5F642-5F31-447E-9901-E743D6EE2E5D}" srcOrd="0" destOrd="0" presId="urn:microsoft.com/office/officeart/2005/8/layout/default"/>
    <dgm:cxn modelId="{93950225-C559-4E69-9D12-708DA4340CFA}" type="presOf" srcId="{FC301C2B-5D47-46CE-B68B-A8299A1E1FFB}" destId="{72F03B66-1C09-4E8C-B2E1-6449E41C3AE0}" srcOrd="0" destOrd="0" presId="urn:microsoft.com/office/officeart/2005/8/layout/default"/>
    <dgm:cxn modelId="{01F3F363-3F2A-42F2-9374-036160DF81DD}" srcId="{4B0EF97B-1DC8-4686-AE78-CBDF55A7CDBB}" destId="{2C8A1DCA-0387-4B46-8B87-4053F7069499}" srcOrd="3" destOrd="0" parTransId="{005DA0BD-A7D4-41CE-AA4E-B0A3774B1EDA}" sibTransId="{50680328-01E6-47A7-AB78-435D2BD9EFD7}"/>
    <dgm:cxn modelId="{4F028056-8277-4BFA-A050-9D15AC10DFA5}" type="presOf" srcId="{4B0EF97B-1DC8-4686-AE78-CBDF55A7CDBB}" destId="{00015128-6B52-4E5E-9434-F31181C6BF9E}" srcOrd="0" destOrd="0" presId="urn:microsoft.com/office/officeart/2005/8/layout/default"/>
    <dgm:cxn modelId="{6EDA6657-BFEC-48CA-AF28-AE69CF02977A}" srcId="{4B0EF97B-1DC8-4686-AE78-CBDF55A7CDBB}" destId="{1F91D808-02D4-4A4B-9B2E-4CB54D99B31E}" srcOrd="1" destOrd="0" parTransId="{B55C72C1-61A1-4F01-A121-F700BFE1D41F}" sibTransId="{6700F684-6EA7-4D5D-81BA-EBEC9652C4D3}"/>
    <dgm:cxn modelId="{F391037C-717B-4D57-8B54-A6E1C3CC2E16}" srcId="{4B0EF97B-1DC8-4686-AE78-CBDF55A7CDBB}" destId="{C3947E71-ABAA-46DB-BFF9-52A8D16CC6F8}" srcOrd="2" destOrd="0" parTransId="{D044940F-13E7-4A07-8DD5-82309BD6F888}" sibTransId="{9E45A238-04B9-41FB-BFCC-E5FD12A981AC}"/>
    <dgm:cxn modelId="{D948528D-29F9-40F1-9826-14AE56D57A6F}" srcId="{4B0EF97B-1DC8-4686-AE78-CBDF55A7CDBB}" destId="{D564F161-7574-4172-93D6-96ACF8436AC3}" srcOrd="4" destOrd="0" parTransId="{E53A3E2D-966B-4627-9FB0-FF05CC0E334F}" sibTransId="{84079FE5-0A9B-46C3-A08D-CB68D734C259}"/>
    <dgm:cxn modelId="{09692CBE-D35B-48DB-A8B3-15267C495D20}" srcId="{4B0EF97B-1DC8-4686-AE78-CBDF55A7CDBB}" destId="{FC301C2B-5D47-46CE-B68B-A8299A1E1FFB}" srcOrd="0" destOrd="0" parTransId="{481A1951-6702-4F18-9AD7-C4F3A3074E64}" sibTransId="{D57E482B-FFC4-41CE-9E63-6C74FA1BC41D}"/>
    <dgm:cxn modelId="{DACFA1E8-FD95-4B1D-8687-955573AF69D2}" type="presOf" srcId="{1F91D808-02D4-4A4B-9B2E-4CB54D99B31E}" destId="{88713E05-A4C2-4042-A007-A74F972B88A2}" srcOrd="0" destOrd="0" presId="urn:microsoft.com/office/officeart/2005/8/layout/default"/>
    <dgm:cxn modelId="{0E856ED2-B9EC-40BD-BEFE-7736A34A010C}" type="presParOf" srcId="{00015128-6B52-4E5E-9434-F31181C6BF9E}" destId="{72F03B66-1C09-4E8C-B2E1-6449E41C3AE0}" srcOrd="0" destOrd="0" presId="urn:microsoft.com/office/officeart/2005/8/layout/default"/>
    <dgm:cxn modelId="{D986A073-23DC-4516-A07C-0BD9BD8F27CD}" type="presParOf" srcId="{00015128-6B52-4E5E-9434-F31181C6BF9E}" destId="{7878392D-AF5A-4A18-B049-AB1DF6FFD1BC}" srcOrd="1" destOrd="0" presId="urn:microsoft.com/office/officeart/2005/8/layout/default"/>
    <dgm:cxn modelId="{B66EDCB2-20F1-4034-ACCD-C8D462046BC6}" type="presParOf" srcId="{00015128-6B52-4E5E-9434-F31181C6BF9E}" destId="{88713E05-A4C2-4042-A007-A74F972B88A2}" srcOrd="2" destOrd="0" presId="urn:microsoft.com/office/officeart/2005/8/layout/default"/>
    <dgm:cxn modelId="{4AEECD9C-5D32-4919-9F0C-2B2FFE375CA8}" type="presParOf" srcId="{00015128-6B52-4E5E-9434-F31181C6BF9E}" destId="{69F1E006-9CB0-4C36-B3D5-2F10C7BB4E17}" srcOrd="3" destOrd="0" presId="urn:microsoft.com/office/officeart/2005/8/layout/default"/>
    <dgm:cxn modelId="{0270E709-A442-4CCD-BBC0-08A26C19D7A7}" type="presParOf" srcId="{00015128-6B52-4E5E-9434-F31181C6BF9E}" destId="{C468AC6B-D4B9-4DD0-BCF3-B4A34F51B836}" srcOrd="4" destOrd="0" presId="urn:microsoft.com/office/officeart/2005/8/layout/default"/>
    <dgm:cxn modelId="{D4FB8A76-A806-4F36-96F3-B3DCC94C9682}" type="presParOf" srcId="{00015128-6B52-4E5E-9434-F31181C6BF9E}" destId="{BBD94B9A-279E-4ADD-B35E-B8B36A399BA7}" srcOrd="5" destOrd="0" presId="urn:microsoft.com/office/officeart/2005/8/layout/default"/>
    <dgm:cxn modelId="{2AE10D32-BABC-42DA-9BAA-E2721B05FB40}" type="presParOf" srcId="{00015128-6B52-4E5E-9434-F31181C6BF9E}" destId="{56F8CDB9-FA12-42E8-9C86-1B5143F8F6AF}" srcOrd="6" destOrd="0" presId="urn:microsoft.com/office/officeart/2005/8/layout/default"/>
    <dgm:cxn modelId="{3887DC59-849F-4F95-81F3-8AE1FA9E411C}" type="presParOf" srcId="{00015128-6B52-4E5E-9434-F31181C6BF9E}" destId="{700427FF-3187-4425-B929-EB40E8ABD231}" srcOrd="7" destOrd="0" presId="urn:microsoft.com/office/officeart/2005/8/layout/default"/>
    <dgm:cxn modelId="{B54DDF8A-B289-46C3-AE1C-28F299D0AB63}" type="presParOf" srcId="{00015128-6B52-4E5E-9434-F31181C6BF9E}" destId="{9ED5F642-5F31-447E-9901-E743D6EE2E5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A2F001-9C76-49F9-BC0B-64FEE89B18FB}" type="doc">
      <dgm:prSet loTypeId="urn:microsoft.com/office/officeart/2005/8/layout/hierarchy1" loCatId="hierarchy" qsTypeId="urn:microsoft.com/office/officeart/2005/8/quickstyle/simple1#48" qsCatId="simple" csTypeId="urn:microsoft.com/office/officeart/2005/8/colors/accent1_2#25" csCatId="accent1"/>
      <dgm:spPr/>
      <dgm:t>
        <a:bodyPr/>
        <a:lstStyle/>
        <a:p>
          <a:endParaRPr lang="en-US"/>
        </a:p>
      </dgm:t>
    </dgm:pt>
    <dgm:pt modelId="{175764FE-9FDE-48E3-ACBC-92FC33CCF064}">
      <dgm:prSet/>
      <dgm:spPr/>
      <dgm:t>
        <a:bodyPr/>
        <a:lstStyle/>
        <a:p>
          <a:r>
            <a:rPr lang="de-DE"/>
            <a:t>Auswahl der Verkäufer für Kundenbestellung</a:t>
          </a:r>
          <a:endParaRPr lang="en-US"/>
        </a:p>
      </dgm:t>
    </dgm:pt>
    <dgm:pt modelId="{EEFED231-0EDA-46C6-8E13-E477506985F9}" type="parTrans" cxnId="{5027848F-F98C-4ECD-980F-AF2FD980919B}">
      <dgm:prSet/>
      <dgm:spPr/>
      <dgm:t>
        <a:bodyPr/>
        <a:lstStyle/>
        <a:p>
          <a:endParaRPr lang="en-US"/>
        </a:p>
      </dgm:t>
    </dgm:pt>
    <dgm:pt modelId="{8CB08B06-EBF3-43EB-A632-89ACB2B6C2A0}" type="sibTrans" cxnId="{5027848F-F98C-4ECD-980F-AF2FD980919B}">
      <dgm:prSet/>
      <dgm:spPr/>
      <dgm:t>
        <a:bodyPr/>
        <a:lstStyle/>
        <a:p>
          <a:endParaRPr lang="en-US"/>
        </a:p>
      </dgm:t>
    </dgm:pt>
    <dgm:pt modelId="{29119861-D08E-41C5-A89C-35D29FB017BC}">
      <dgm:prSet/>
      <dgm:spPr/>
      <dgm:t>
        <a:bodyPr/>
        <a:lstStyle/>
        <a:p>
          <a:r>
            <a:rPr lang="de-DE"/>
            <a:t>Auswahl Carrier für Lieferung</a:t>
          </a:r>
          <a:endParaRPr lang="en-US"/>
        </a:p>
      </dgm:t>
    </dgm:pt>
    <dgm:pt modelId="{CB432EB1-6094-48F1-B189-AB238740425D}" type="parTrans" cxnId="{C4A4EFAC-4933-48CB-AB8C-0BE53B90F207}">
      <dgm:prSet/>
      <dgm:spPr/>
      <dgm:t>
        <a:bodyPr/>
        <a:lstStyle/>
        <a:p>
          <a:endParaRPr lang="en-US"/>
        </a:p>
      </dgm:t>
    </dgm:pt>
    <dgm:pt modelId="{00D53E87-BF00-44C7-B879-EE69ADCE2208}" type="sibTrans" cxnId="{C4A4EFAC-4933-48CB-AB8C-0BE53B90F207}">
      <dgm:prSet/>
      <dgm:spPr/>
      <dgm:t>
        <a:bodyPr/>
        <a:lstStyle/>
        <a:p>
          <a:endParaRPr lang="en-US"/>
        </a:p>
      </dgm:t>
    </dgm:pt>
    <dgm:pt modelId="{3EB82750-E56B-4E75-9A6D-F356F2635064}">
      <dgm:prSet/>
      <dgm:spPr/>
      <dgm:t>
        <a:bodyPr/>
        <a:lstStyle/>
        <a:p>
          <a:r>
            <a:rPr lang="de-DE"/>
            <a:t>Zahlungsabwicklung</a:t>
          </a:r>
          <a:endParaRPr lang="en-US"/>
        </a:p>
      </dgm:t>
    </dgm:pt>
    <dgm:pt modelId="{2AFC81C5-F8FA-4654-A0F7-0A8B63C63681}" type="parTrans" cxnId="{FA82FF7D-DDA0-471D-B156-632A713D6DD6}">
      <dgm:prSet/>
      <dgm:spPr/>
      <dgm:t>
        <a:bodyPr/>
        <a:lstStyle/>
        <a:p>
          <a:endParaRPr lang="en-US"/>
        </a:p>
      </dgm:t>
    </dgm:pt>
    <dgm:pt modelId="{1595C380-3F57-4BD6-B1A7-7FE2147C7F4E}" type="sibTrans" cxnId="{FA82FF7D-DDA0-471D-B156-632A713D6DD6}">
      <dgm:prSet/>
      <dgm:spPr/>
      <dgm:t>
        <a:bodyPr/>
        <a:lstStyle/>
        <a:p>
          <a:endParaRPr lang="en-US"/>
        </a:p>
      </dgm:t>
    </dgm:pt>
    <dgm:pt modelId="{A5734377-D796-47FD-9F73-B45F33D66B80}">
      <dgm:prSet/>
      <dgm:spPr/>
      <dgm:t>
        <a:bodyPr/>
        <a:lstStyle/>
        <a:p>
          <a:r>
            <a:rPr lang="de-DE"/>
            <a:t>Kundensupport</a:t>
          </a:r>
          <a:endParaRPr lang="en-US"/>
        </a:p>
      </dgm:t>
    </dgm:pt>
    <dgm:pt modelId="{36A95648-44C6-4C49-9767-F13159746C27}" type="parTrans" cxnId="{2FD2FA3E-A711-40AF-BC50-E25674279959}">
      <dgm:prSet/>
      <dgm:spPr/>
      <dgm:t>
        <a:bodyPr/>
        <a:lstStyle/>
        <a:p>
          <a:endParaRPr lang="en-US"/>
        </a:p>
      </dgm:t>
    </dgm:pt>
    <dgm:pt modelId="{A0200D52-EB3B-45DE-900E-52C968A8EDF5}" type="sibTrans" cxnId="{2FD2FA3E-A711-40AF-BC50-E25674279959}">
      <dgm:prSet/>
      <dgm:spPr/>
      <dgm:t>
        <a:bodyPr/>
        <a:lstStyle/>
        <a:p>
          <a:endParaRPr lang="en-US"/>
        </a:p>
      </dgm:t>
    </dgm:pt>
    <dgm:pt modelId="{7371C9E5-91F3-4A8C-AFAB-726235F27655}" type="pres">
      <dgm:prSet presAssocID="{49A2F001-9C76-49F9-BC0B-64FEE89B18F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7436545-3F47-4D22-8682-9164FB70399C}" type="pres">
      <dgm:prSet presAssocID="{175764FE-9FDE-48E3-ACBC-92FC33CCF064}" presName="hierRoot1" presStyleCnt="0"/>
      <dgm:spPr/>
    </dgm:pt>
    <dgm:pt modelId="{0A67D92F-FE6D-4E26-AD93-4877FEB7505E}" type="pres">
      <dgm:prSet presAssocID="{175764FE-9FDE-48E3-ACBC-92FC33CCF064}" presName="composite" presStyleCnt="0"/>
      <dgm:spPr/>
    </dgm:pt>
    <dgm:pt modelId="{88FEEDD7-52C6-4B08-8166-81C5312B639B}" type="pres">
      <dgm:prSet presAssocID="{175764FE-9FDE-48E3-ACBC-92FC33CCF064}" presName="background" presStyleLbl="node0" presStyleIdx="0" presStyleCnt="4"/>
      <dgm:spPr/>
    </dgm:pt>
    <dgm:pt modelId="{CA4D98D0-4160-4D9D-9431-01A493820DA9}" type="pres">
      <dgm:prSet presAssocID="{175764FE-9FDE-48E3-ACBC-92FC33CCF064}" presName="text" presStyleLbl="fgAcc0" presStyleIdx="0" presStyleCnt="4">
        <dgm:presLayoutVars>
          <dgm:chPref val="3"/>
        </dgm:presLayoutVars>
      </dgm:prSet>
      <dgm:spPr/>
    </dgm:pt>
    <dgm:pt modelId="{13E4298A-E178-4666-B111-7E793B97B3BE}" type="pres">
      <dgm:prSet presAssocID="{175764FE-9FDE-48E3-ACBC-92FC33CCF064}" presName="hierChild2" presStyleCnt="0"/>
      <dgm:spPr/>
    </dgm:pt>
    <dgm:pt modelId="{1A331DD8-9323-4307-A1E3-85AAF7EAB320}" type="pres">
      <dgm:prSet presAssocID="{29119861-D08E-41C5-A89C-35D29FB017BC}" presName="hierRoot1" presStyleCnt="0"/>
      <dgm:spPr/>
    </dgm:pt>
    <dgm:pt modelId="{B048C48E-8E4D-4331-BF0F-C0C358F5B83D}" type="pres">
      <dgm:prSet presAssocID="{29119861-D08E-41C5-A89C-35D29FB017BC}" presName="composite" presStyleCnt="0"/>
      <dgm:spPr/>
    </dgm:pt>
    <dgm:pt modelId="{1D46157C-4EF2-4D0D-BA27-4283FB4D1B42}" type="pres">
      <dgm:prSet presAssocID="{29119861-D08E-41C5-A89C-35D29FB017BC}" presName="background" presStyleLbl="node0" presStyleIdx="1" presStyleCnt="4"/>
      <dgm:spPr/>
    </dgm:pt>
    <dgm:pt modelId="{CB57AFCA-B689-4DCF-B706-DD30DDC994C2}" type="pres">
      <dgm:prSet presAssocID="{29119861-D08E-41C5-A89C-35D29FB017BC}" presName="text" presStyleLbl="fgAcc0" presStyleIdx="1" presStyleCnt="4">
        <dgm:presLayoutVars>
          <dgm:chPref val="3"/>
        </dgm:presLayoutVars>
      </dgm:prSet>
      <dgm:spPr/>
    </dgm:pt>
    <dgm:pt modelId="{50E3B87E-8F0A-47FC-9964-F27F64B37086}" type="pres">
      <dgm:prSet presAssocID="{29119861-D08E-41C5-A89C-35D29FB017BC}" presName="hierChild2" presStyleCnt="0"/>
      <dgm:spPr/>
    </dgm:pt>
    <dgm:pt modelId="{D9BBDF2B-F901-4BA8-93BF-5DDA2C464568}" type="pres">
      <dgm:prSet presAssocID="{3EB82750-E56B-4E75-9A6D-F356F2635064}" presName="hierRoot1" presStyleCnt="0"/>
      <dgm:spPr/>
    </dgm:pt>
    <dgm:pt modelId="{FC05F675-738E-4447-A8D7-762A912FAE3B}" type="pres">
      <dgm:prSet presAssocID="{3EB82750-E56B-4E75-9A6D-F356F2635064}" presName="composite" presStyleCnt="0"/>
      <dgm:spPr/>
    </dgm:pt>
    <dgm:pt modelId="{E4AD927C-2D69-45C8-A4C8-33F91D1405AF}" type="pres">
      <dgm:prSet presAssocID="{3EB82750-E56B-4E75-9A6D-F356F2635064}" presName="background" presStyleLbl="node0" presStyleIdx="2" presStyleCnt="4"/>
      <dgm:spPr/>
    </dgm:pt>
    <dgm:pt modelId="{727AC5A1-88F3-4B31-AB4C-1A1615BE17E6}" type="pres">
      <dgm:prSet presAssocID="{3EB82750-E56B-4E75-9A6D-F356F2635064}" presName="text" presStyleLbl="fgAcc0" presStyleIdx="2" presStyleCnt="4">
        <dgm:presLayoutVars>
          <dgm:chPref val="3"/>
        </dgm:presLayoutVars>
      </dgm:prSet>
      <dgm:spPr/>
    </dgm:pt>
    <dgm:pt modelId="{A9EAFEA3-AF42-4732-8AB2-4E00C33F9AA8}" type="pres">
      <dgm:prSet presAssocID="{3EB82750-E56B-4E75-9A6D-F356F2635064}" presName="hierChild2" presStyleCnt="0"/>
      <dgm:spPr/>
    </dgm:pt>
    <dgm:pt modelId="{65D75B81-A43A-414F-B5F6-36907C9045F6}" type="pres">
      <dgm:prSet presAssocID="{A5734377-D796-47FD-9F73-B45F33D66B80}" presName="hierRoot1" presStyleCnt="0"/>
      <dgm:spPr/>
    </dgm:pt>
    <dgm:pt modelId="{749C8234-C0FA-4AF4-A8CD-315536F13EEB}" type="pres">
      <dgm:prSet presAssocID="{A5734377-D796-47FD-9F73-B45F33D66B80}" presName="composite" presStyleCnt="0"/>
      <dgm:spPr/>
    </dgm:pt>
    <dgm:pt modelId="{03DD629A-8A7F-4D3D-98B1-2C0C710D2748}" type="pres">
      <dgm:prSet presAssocID="{A5734377-D796-47FD-9F73-B45F33D66B80}" presName="background" presStyleLbl="node0" presStyleIdx="3" presStyleCnt="4"/>
      <dgm:spPr/>
    </dgm:pt>
    <dgm:pt modelId="{E97F01FE-7C9F-4B06-8694-B625F4717A72}" type="pres">
      <dgm:prSet presAssocID="{A5734377-D796-47FD-9F73-B45F33D66B80}" presName="text" presStyleLbl="fgAcc0" presStyleIdx="3" presStyleCnt="4">
        <dgm:presLayoutVars>
          <dgm:chPref val="3"/>
        </dgm:presLayoutVars>
      </dgm:prSet>
      <dgm:spPr/>
    </dgm:pt>
    <dgm:pt modelId="{BDAC2699-6B6A-4B59-85CF-B18E4E82F163}" type="pres">
      <dgm:prSet presAssocID="{A5734377-D796-47FD-9F73-B45F33D66B80}" presName="hierChild2" presStyleCnt="0"/>
      <dgm:spPr/>
    </dgm:pt>
  </dgm:ptLst>
  <dgm:cxnLst>
    <dgm:cxn modelId="{F3748410-0F35-4BF2-B83B-8391726A36A9}" type="presOf" srcId="{3EB82750-E56B-4E75-9A6D-F356F2635064}" destId="{727AC5A1-88F3-4B31-AB4C-1A1615BE17E6}" srcOrd="0" destOrd="0" presId="urn:microsoft.com/office/officeart/2005/8/layout/hierarchy1"/>
    <dgm:cxn modelId="{7F86BF36-4B82-4333-99D1-526F70A14E54}" type="presOf" srcId="{A5734377-D796-47FD-9F73-B45F33D66B80}" destId="{E97F01FE-7C9F-4B06-8694-B625F4717A72}" srcOrd="0" destOrd="0" presId="urn:microsoft.com/office/officeart/2005/8/layout/hierarchy1"/>
    <dgm:cxn modelId="{2FD2FA3E-A711-40AF-BC50-E25674279959}" srcId="{49A2F001-9C76-49F9-BC0B-64FEE89B18FB}" destId="{A5734377-D796-47FD-9F73-B45F33D66B80}" srcOrd="3" destOrd="0" parTransId="{36A95648-44C6-4C49-9767-F13159746C27}" sibTransId="{A0200D52-EB3B-45DE-900E-52C968A8EDF5}"/>
    <dgm:cxn modelId="{5760187B-B4E2-467E-A79A-D8D8657CD051}" type="presOf" srcId="{29119861-D08E-41C5-A89C-35D29FB017BC}" destId="{CB57AFCA-B689-4DCF-B706-DD30DDC994C2}" srcOrd="0" destOrd="0" presId="urn:microsoft.com/office/officeart/2005/8/layout/hierarchy1"/>
    <dgm:cxn modelId="{FA82FF7D-DDA0-471D-B156-632A713D6DD6}" srcId="{49A2F001-9C76-49F9-BC0B-64FEE89B18FB}" destId="{3EB82750-E56B-4E75-9A6D-F356F2635064}" srcOrd="2" destOrd="0" parTransId="{2AFC81C5-F8FA-4654-A0F7-0A8B63C63681}" sibTransId="{1595C380-3F57-4BD6-B1A7-7FE2147C7F4E}"/>
    <dgm:cxn modelId="{538E758A-A2C3-446D-A087-C141ADF5265C}" type="presOf" srcId="{175764FE-9FDE-48E3-ACBC-92FC33CCF064}" destId="{CA4D98D0-4160-4D9D-9431-01A493820DA9}" srcOrd="0" destOrd="0" presId="urn:microsoft.com/office/officeart/2005/8/layout/hierarchy1"/>
    <dgm:cxn modelId="{AE4D388D-B3D4-4516-BFDB-6AEEB2912A8E}" type="presOf" srcId="{49A2F001-9C76-49F9-BC0B-64FEE89B18FB}" destId="{7371C9E5-91F3-4A8C-AFAB-726235F27655}" srcOrd="0" destOrd="0" presId="urn:microsoft.com/office/officeart/2005/8/layout/hierarchy1"/>
    <dgm:cxn modelId="{5027848F-F98C-4ECD-980F-AF2FD980919B}" srcId="{49A2F001-9C76-49F9-BC0B-64FEE89B18FB}" destId="{175764FE-9FDE-48E3-ACBC-92FC33CCF064}" srcOrd="0" destOrd="0" parTransId="{EEFED231-0EDA-46C6-8E13-E477506985F9}" sibTransId="{8CB08B06-EBF3-43EB-A632-89ACB2B6C2A0}"/>
    <dgm:cxn modelId="{C4A4EFAC-4933-48CB-AB8C-0BE53B90F207}" srcId="{49A2F001-9C76-49F9-BC0B-64FEE89B18FB}" destId="{29119861-D08E-41C5-A89C-35D29FB017BC}" srcOrd="1" destOrd="0" parTransId="{CB432EB1-6094-48F1-B189-AB238740425D}" sibTransId="{00D53E87-BF00-44C7-B879-EE69ADCE2208}"/>
    <dgm:cxn modelId="{4701021F-FF49-45C0-8009-BADD0382B4D3}" type="presParOf" srcId="{7371C9E5-91F3-4A8C-AFAB-726235F27655}" destId="{47436545-3F47-4D22-8682-9164FB70399C}" srcOrd="0" destOrd="0" presId="urn:microsoft.com/office/officeart/2005/8/layout/hierarchy1"/>
    <dgm:cxn modelId="{F1DF0ACC-C019-4094-B1E8-98FE7B63CD52}" type="presParOf" srcId="{47436545-3F47-4D22-8682-9164FB70399C}" destId="{0A67D92F-FE6D-4E26-AD93-4877FEB7505E}" srcOrd="0" destOrd="0" presId="urn:microsoft.com/office/officeart/2005/8/layout/hierarchy1"/>
    <dgm:cxn modelId="{821483F2-5CFE-45B1-9544-92B1C6850241}" type="presParOf" srcId="{0A67D92F-FE6D-4E26-AD93-4877FEB7505E}" destId="{88FEEDD7-52C6-4B08-8166-81C5312B639B}" srcOrd="0" destOrd="0" presId="urn:microsoft.com/office/officeart/2005/8/layout/hierarchy1"/>
    <dgm:cxn modelId="{BDE39C47-3033-4346-A74A-48A1C488395E}" type="presParOf" srcId="{0A67D92F-FE6D-4E26-AD93-4877FEB7505E}" destId="{CA4D98D0-4160-4D9D-9431-01A493820DA9}" srcOrd="1" destOrd="0" presId="urn:microsoft.com/office/officeart/2005/8/layout/hierarchy1"/>
    <dgm:cxn modelId="{9BC53EC2-72A4-4A7B-9575-E01578D6B554}" type="presParOf" srcId="{47436545-3F47-4D22-8682-9164FB70399C}" destId="{13E4298A-E178-4666-B111-7E793B97B3BE}" srcOrd="1" destOrd="0" presId="urn:microsoft.com/office/officeart/2005/8/layout/hierarchy1"/>
    <dgm:cxn modelId="{9BD4E077-844F-4C2C-B9DC-3E6D18414962}" type="presParOf" srcId="{7371C9E5-91F3-4A8C-AFAB-726235F27655}" destId="{1A331DD8-9323-4307-A1E3-85AAF7EAB320}" srcOrd="1" destOrd="0" presId="urn:microsoft.com/office/officeart/2005/8/layout/hierarchy1"/>
    <dgm:cxn modelId="{0885D8D2-7273-4990-8EB2-4562A06E6FB6}" type="presParOf" srcId="{1A331DD8-9323-4307-A1E3-85AAF7EAB320}" destId="{B048C48E-8E4D-4331-BF0F-C0C358F5B83D}" srcOrd="0" destOrd="0" presId="urn:microsoft.com/office/officeart/2005/8/layout/hierarchy1"/>
    <dgm:cxn modelId="{B0864FBF-9454-4C6F-8E07-F139CDA2D829}" type="presParOf" srcId="{B048C48E-8E4D-4331-BF0F-C0C358F5B83D}" destId="{1D46157C-4EF2-4D0D-BA27-4283FB4D1B42}" srcOrd="0" destOrd="0" presId="urn:microsoft.com/office/officeart/2005/8/layout/hierarchy1"/>
    <dgm:cxn modelId="{AE672B4E-2E82-4559-81ED-BA456B96F242}" type="presParOf" srcId="{B048C48E-8E4D-4331-BF0F-C0C358F5B83D}" destId="{CB57AFCA-B689-4DCF-B706-DD30DDC994C2}" srcOrd="1" destOrd="0" presId="urn:microsoft.com/office/officeart/2005/8/layout/hierarchy1"/>
    <dgm:cxn modelId="{FCD3D3ED-AF19-4667-B0F8-055CA1EF9084}" type="presParOf" srcId="{1A331DD8-9323-4307-A1E3-85AAF7EAB320}" destId="{50E3B87E-8F0A-47FC-9964-F27F64B37086}" srcOrd="1" destOrd="0" presId="urn:microsoft.com/office/officeart/2005/8/layout/hierarchy1"/>
    <dgm:cxn modelId="{31E24F23-7A87-4E92-872F-18661094176D}" type="presParOf" srcId="{7371C9E5-91F3-4A8C-AFAB-726235F27655}" destId="{D9BBDF2B-F901-4BA8-93BF-5DDA2C464568}" srcOrd="2" destOrd="0" presId="urn:microsoft.com/office/officeart/2005/8/layout/hierarchy1"/>
    <dgm:cxn modelId="{8C0E7693-1E72-4A64-87E0-2BF7D1C97DA2}" type="presParOf" srcId="{D9BBDF2B-F901-4BA8-93BF-5DDA2C464568}" destId="{FC05F675-738E-4447-A8D7-762A912FAE3B}" srcOrd="0" destOrd="0" presId="urn:microsoft.com/office/officeart/2005/8/layout/hierarchy1"/>
    <dgm:cxn modelId="{C4AF3123-F2A5-466A-9DC2-3C8FC4566E64}" type="presParOf" srcId="{FC05F675-738E-4447-A8D7-762A912FAE3B}" destId="{E4AD927C-2D69-45C8-A4C8-33F91D1405AF}" srcOrd="0" destOrd="0" presId="urn:microsoft.com/office/officeart/2005/8/layout/hierarchy1"/>
    <dgm:cxn modelId="{DFADE450-69DF-4392-9DFF-4FF3845AB7B1}" type="presParOf" srcId="{FC05F675-738E-4447-A8D7-762A912FAE3B}" destId="{727AC5A1-88F3-4B31-AB4C-1A1615BE17E6}" srcOrd="1" destOrd="0" presId="urn:microsoft.com/office/officeart/2005/8/layout/hierarchy1"/>
    <dgm:cxn modelId="{0B80ACB7-A910-4AD4-8288-8953C796F663}" type="presParOf" srcId="{D9BBDF2B-F901-4BA8-93BF-5DDA2C464568}" destId="{A9EAFEA3-AF42-4732-8AB2-4E00C33F9AA8}" srcOrd="1" destOrd="0" presId="urn:microsoft.com/office/officeart/2005/8/layout/hierarchy1"/>
    <dgm:cxn modelId="{F928E036-437D-4691-9D58-CB601FAD2065}" type="presParOf" srcId="{7371C9E5-91F3-4A8C-AFAB-726235F27655}" destId="{65D75B81-A43A-414F-B5F6-36907C9045F6}" srcOrd="3" destOrd="0" presId="urn:microsoft.com/office/officeart/2005/8/layout/hierarchy1"/>
    <dgm:cxn modelId="{514D18BE-E4DC-4C51-8E2C-06B06426C50A}" type="presParOf" srcId="{65D75B81-A43A-414F-B5F6-36907C9045F6}" destId="{749C8234-C0FA-4AF4-A8CD-315536F13EEB}" srcOrd="0" destOrd="0" presId="urn:microsoft.com/office/officeart/2005/8/layout/hierarchy1"/>
    <dgm:cxn modelId="{41C4E98A-3909-4E13-A807-F7151B0D4F87}" type="presParOf" srcId="{749C8234-C0FA-4AF4-A8CD-315536F13EEB}" destId="{03DD629A-8A7F-4D3D-98B1-2C0C710D2748}" srcOrd="0" destOrd="0" presId="urn:microsoft.com/office/officeart/2005/8/layout/hierarchy1"/>
    <dgm:cxn modelId="{46D66828-372D-4A3E-BB2D-1AD97A25F848}" type="presParOf" srcId="{749C8234-C0FA-4AF4-A8CD-315536F13EEB}" destId="{E97F01FE-7C9F-4B06-8694-B625F4717A72}" srcOrd="1" destOrd="0" presId="urn:microsoft.com/office/officeart/2005/8/layout/hierarchy1"/>
    <dgm:cxn modelId="{51A42E1A-E7CE-48CE-93AE-831FA994299E}" type="presParOf" srcId="{65D75B81-A43A-414F-B5F6-36907C9045F6}" destId="{BDAC2699-6B6A-4B59-85CF-B18E4E82F16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60C459-53F8-418A-B31F-49CF8AA41D70}" type="doc">
      <dgm:prSet loTypeId="urn:microsoft.com/office/officeart/2005/8/layout/vList2" loCatId="list" qsTypeId="urn:microsoft.com/office/officeart/2005/8/quickstyle/simple1#65" qsCatId="simple" csTypeId="urn:microsoft.com/office/officeart/2005/8/colors/colorful2#20" csCatId="colorful"/>
      <dgm:spPr/>
      <dgm:t>
        <a:bodyPr/>
        <a:lstStyle/>
        <a:p>
          <a:endParaRPr lang="en-US"/>
        </a:p>
      </dgm:t>
    </dgm:pt>
    <dgm:pt modelId="{B0435B02-A6D6-4FDD-80E4-84C3C6512A18}">
      <dgm:prSet/>
      <dgm:spPr/>
      <dgm:t>
        <a:bodyPr/>
        <a:lstStyle/>
        <a:p>
          <a:r>
            <a:rPr lang="de-DE"/>
            <a:t>Bearbeitung der zugewiesenen Bestellungen</a:t>
          </a:r>
          <a:endParaRPr lang="en-US"/>
        </a:p>
      </dgm:t>
    </dgm:pt>
    <dgm:pt modelId="{C696E1B3-DF7F-41A8-B57A-DEBDBAC49D24}" type="parTrans" cxnId="{A6D3A515-E728-4DB3-8358-13043673FF67}">
      <dgm:prSet/>
      <dgm:spPr/>
      <dgm:t>
        <a:bodyPr/>
        <a:lstStyle/>
        <a:p>
          <a:endParaRPr lang="en-US"/>
        </a:p>
      </dgm:t>
    </dgm:pt>
    <dgm:pt modelId="{032976F0-150F-4DA1-998D-81980DD378AE}" type="sibTrans" cxnId="{A6D3A515-E728-4DB3-8358-13043673FF67}">
      <dgm:prSet/>
      <dgm:spPr/>
      <dgm:t>
        <a:bodyPr/>
        <a:lstStyle/>
        <a:p>
          <a:endParaRPr lang="en-US"/>
        </a:p>
      </dgm:t>
    </dgm:pt>
    <dgm:pt modelId="{7D2C86AA-9B2B-400B-A45E-5C79FAEE5CE9}">
      <dgm:prSet/>
      <dgm:spPr/>
      <dgm:t>
        <a:bodyPr/>
        <a:lstStyle/>
        <a:p>
          <a:r>
            <a:rPr lang="de-DE"/>
            <a:t>Lagerlogistik</a:t>
          </a:r>
          <a:endParaRPr lang="en-US"/>
        </a:p>
      </dgm:t>
    </dgm:pt>
    <dgm:pt modelId="{7A2767CD-5F32-4583-9881-A08851B06F4A}" type="parTrans" cxnId="{2ECF9459-CF08-4539-BD22-DFD45932005C}">
      <dgm:prSet/>
      <dgm:spPr/>
      <dgm:t>
        <a:bodyPr/>
        <a:lstStyle/>
        <a:p>
          <a:endParaRPr lang="en-US"/>
        </a:p>
      </dgm:t>
    </dgm:pt>
    <dgm:pt modelId="{F3BD6425-07F7-4C6B-B389-EE6D8515840B}" type="sibTrans" cxnId="{2ECF9459-CF08-4539-BD22-DFD45932005C}">
      <dgm:prSet/>
      <dgm:spPr/>
      <dgm:t>
        <a:bodyPr/>
        <a:lstStyle/>
        <a:p>
          <a:endParaRPr lang="en-US"/>
        </a:p>
      </dgm:t>
    </dgm:pt>
    <dgm:pt modelId="{B24D7A5D-140F-4F12-8902-A96CA5A8B90E}">
      <dgm:prSet/>
      <dgm:spPr/>
      <dgm:t>
        <a:bodyPr/>
        <a:lstStyle/>
        <a:p>
          <a:r>
            <a:rPr lang="de-DE"/>
            <a:t>Beschaffung</a:t>
          </a:r>
          <a:endParaRPr lang="en-US"/>
        </a:p>
      </dgm:t>
    </dgm:pt>
    <dgm:pt modelId="{D7EBD386-DEFA-413D-8F25-CE8E1CE3FF26}" type="parTrans" cxnId="{4668B723-4B9B-45B2-93A7-90E8FC8AC3B1}">
      <dgm:prSet/>
      <dgm:spPr/>
      <dgm:t>
        <a:bodyPr/>
        <a:lstStyle/>
        <a:p>
          <a:endParaRPr lang="en-US"/>
        </a:p>
      </dgm:t>
    </dgm:pt>
    <dgm:pt modelId="{2952C79B-0CA6-462D-B493-5E1403B0E6BE}" type="sibTrans" cxnId="{4668B723-4B9B-45B2-93A7-90E8FC8AC3B1}">
      <dgm:prSet/>
      <dgm:spPr/>
      <dgm:t>
        <a:bodyPr/>
        <a:lstStyle/>
        <a:p>
          <a:endParaRPr lang="en-US"/>
        </a:p>
      </dgm:t>
    </dgm:pt>
    <dgm:pt modelId="{A4D196B5-D34B-482E-A809-C29A0E38C464}" type="pres">
      <dgm:prSet presAssocID="{9C60C459-53F8-418A-B31F-49CF8AA41D70}" presName="linear" presStyleCnt="0">
        <dgm:presLayoutVars>
          <dgm:animLvl val="lvl"/>
          <dgm:resizeHandles val="exact"/>
        </dgm:presLayoutVars>
      </dgm:prSet>
      <dgm:spPr/>
    </dgm:pt>
    <dgm:pt modelId="{CF04E225-0F24-476B-B5D7-347215374897}" type="pres">
      <dgm:prSet presAssocID="{B0435B02-A6D6-4FDD-80E4-84C3C6512A1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B81C551-55CF-43F7-8C0C-BD1A535F9360}" type="pres">
      <dgm:prSet presAssocID="{032976F0-150F-4DA1-998D-81980DD378AE}" presName="spacer" presStyleCnt="0"/>
      <dgm:spPr/>
    </dgm:pt>
    <dgm:pt modelId="{7AB8CA8D-E625-4FB6-9EC8-9B7106F845A2}" type="pres">
      <dgm:prSet presAssocID="{7D2C86AA-9B2B-400B-A45E-5C79FAEE5CE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B8D696-8FD9-4115-83DC-F5E8181E2C31}" type="pres">
      <dgm:prSet presAssocID="{F3BD6425-07F7-4C6B-B389-EE6D8515840B}" presName="spacer" presStyleCnt="0"/>
      <dgm:spPr/>
    </dgm:pt>
    <dgm:pt modelId="{AF2B6F35-2377-484D-AFAC-3CF2DD181DBA}" type="pres">
      <dgm:prSet presAssocID="{B24D7A5D-140F-4F12-8902-A96CA5A8B90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6D3A515-E728-4DB3-8358-13043673FF67}" srcId="{9C60C459-53F8-418A-B31F-49CF8AA41D70}" destId="{B0435B02-A6D6-4FDD-80E4-84C3C6512A18}" srcOrd="0" destOrd="0" parTransId="{C696E1B3-DF7F-41A8-B57A-DEBDBAC49D24}" sibTransId="{032976F0-150F-4DA1-998D-81980DD378AE}"/>
    <dgm:cxn modelId="{4668B723-4B9B-45B2-93A7-90E8FC8AC3B1}" srcId="{9C60C459-53F8-418A-B31F-49CF8AA41D70}" destId="{B24D7A5D-140F-4F12-8902-A96CA5A8B90E}" srcOrd="2" destOrd="0" parTransId="{D7EBD386-DEFA-413D-8F25-CE8E1CE3FF26}" sibTransId="{2952C79B-0CA6-462D-B493-5E1403B0E6BE}"/>
    <dgm:cxn modelId="{A3DAE869-1B1C-4C07-9E2C-34A3B24D6AAE}" type="presOf" srcId="{7D2C86AA-9B2B-400B-A45E-5C79FAEE5CE9}" destId="{7AB8CA8D-E625-4FB6-9EC8-9B7106F845A2}" srcOrd="0" destOrd="0" presId="urn:microsoft.com/office/officeart/2005/8/layout/vList2"/>
    <dgm:cxn modelId="{D4985A76-A605-43DF-AD95-8ADDDEC0D59D}" type="presOf" srcId="{B0435B02-A6D6-4FDD-80E4-84C3C6512A18}" destId="{CF04E225-0F24-476B-B5D7-347215374897}" srcOrd="0" destOrd="0" presId="urn:microsoft.com/office/officeart/2005/8/layout/vList2"/>
    <dgm:cxn modelId="{2ECF9459-CF08-4539-BD22-DFD45932005C}" srcId="{9C60C459-53F8-418A-B31F-49CF8AA41D70}" destId="{7D2C86AA-9B2B-400B-A45E-5C79FAEE5CE9}" srcOrd="1" destOrd="0" parTransId="{7A2767CD-5F32-4583-9881-A08851B06F4A}" sibTransId="{F3BD6425-07F7-4C6B-B389-EE6D8515840B}"/>
    <dgm:cxn modelId="{0C97677B-3358-4BF1-BFAF-112EC1D9EBC5}" type="presOf" srcId="{B24D7A5D-140F-4F12-8902-A96CA5A8B90E}" destId="{AF2B6F35-2377-484D-AFAC-3CF2DD181DBA}" srcOrd="0" destOrd="0" presId="urn:microsoft.com/office/officeart/2005/8/layout/vList2"/>
    <dgm:cxn modelId="{5CF426F8-A238-47EF-9216-B7AD2B3FD9CC}" type="presOf" srcId="{9C60C459-53F8-418A-B31F-49CF8AA41D70}" destId="{A4D196B5-D34B-482E-A809-C29A0E38C464}" srcOrd="0" destOrd="0" presId="urn:microsoft.com/office/officeart/2005/8/layout/vList2"/>
    <dgm:cxn modelId="{823038FF-483F-4349-B101-6DE4673030DB}" type="presParOf" srcId="{A4D196B5-D34B-482E-A809-C29A0E38C464}" destId="{CF04E225-0F24-476B-B5D7-347215374897}" srcOrd="0" destOrd="0" presId="urn:microsoft.com/office/officeart/2005/8/layout/vList2"/>
    <dgm:cxn modelId="{116CBBB4-23F8-4898-9873-43126DE30EBA}" type="presParOf" srcId="{A4D196B5-D34B-482E-A809-C29A0E38C464}" destId="{AB81C551-55CF-43F7-8C0C-BD1A535F9360}" srcOrd="1" destOrd="0" presId="urn:microsoft.com/office/officeart/2005/8/layout/vList2"/>
    <dgm:cxn modelId="{BB3364C6-647F-4CD9-90E0-82D13E765F1A}" type="presParOf" srcId="{A4D196B5-D34B-482E-A809-C29A0E38C464}" destId="{7AB8CA8D-E625-4FB6-9EC8-9B7106F845A2}" srcOrd="2" destOrd="0" presId="urn:microsoft.com/office/officeart/2005/8/layout/vList2"/>
    <dgm:cxn modelId="{80BEDD8C-D076-480C-9B16-C0E8404CB6E2}" type="presParOf" srcId="{A4D196B5-D34B-482E-A809-C29A0E38C464}" destId="{00B8D696-8FD9-4115-83DC-F5E8181E2C31}" srcOrd="3" destOrd="0" presId="urn:microsoft.com/office/officeart/2005/8/layout/vList2"/>
    <dgm:cxn modelId="{79A7AD1D-EA84-446B-AF33-DF5137AE1BEE}" type="presParOf" srcId="{A4D196B5-D34B-482E-A809-C29A0E38C464}" destId="{AF2B6F35-2377-484D-AFAC-3CF2DD181DB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2566F3-1BF1-4DD6-981F-BB0F5B64E0CD}" type="doc">
      <dgm:prSet loTypeId="urn:microsoft.com/office/officeart/2005/8/layout/default" loCatId="list" qsTypeId="urn:microsoft.com/office/officeart/2005/8/quickstyle/simple5#1" qsCatId="simple" csTypeId="urn:microsoft.com/office/officeart/2005/8/colors/accent1_2#13" csCatId="accent1"/>
      <dgm:spPr/>
      <dgm:t>
        <a:bodyPr/>
        <a:lstStyle/>
        <a:p>
          <a:endParaRPr lang="en-US"/>
        </a:p>
      </dgm:t>
    </dgm:pt>
    <dgm:pt modelId="{94324BD9-47FD-4969-8399-2E8A68A2942B}">
      <dgm:prSet/>
      <dgm:spPr/>
      <dgm:t>
        <a:bodyPr/>
        <a:lstStyle/>
        <a:p>
          <a:r>
            <a:rPr lang="de-DE"/>
            <a:t>GitHub für .py, .sql, .md, .ipynb</a:t>
          </a:r>
          <a:endParaRPr lang="en-US"/>
        </a:p>
      </dgm:t>
    </dgm:pt>
    <dgm:pt modelId="{26049672-54B7-4697-8217-646315CDD94B}" type="parTrans" cxnId="{070FCB42-2A4F-40ED-BAF2-08929CAE5541}">
      <dgm:prSet/>
      <dgm:spPr/>
      <dgm:t>
        <a:bodyPr/>
        <a:lstStyle/>
        <a:p>
          <a:endParaRPr lang="en-US"/>
        </a:p>
      </dgm:t>
    </dgm:pt>
    <dgm:pt modelId="{42C28EB0-CE7B-4C61-8DB0-787A59735B26}" type="sibTrans" cxnId="{070FCB42-2A4F-40ED-BAF2-08929CAE5541}">
      <dgm:prSet/>
      <dgm:spPr/>
      <dgm:t>
        <a:bodyPr/>
        <a:lstStyle/>
        <a:p>
          <a:endParaRPr lang="en-US"/>
        </a:p>
      </dgm:t>
    </dgm:pt>
    <dgm:pt modelId="{B875E1D2-922F-47AD-8B40-671440AA8275}">
      <dgm:prSet/>
      <dgm:spPr/>
      <dgm:t>
        <a:bodyPr/>
        <a:lstStyle/>
        <a:p>
          <a:r>
            <a:rPr lang="de-DE"/>
            <a:t>main-Branch, david-feature-Branch, jakob-feature-Branch, patrick-feature-Branch</a:t>
          </a:r>
          <a:endParaRPr lang="en-US"/>
        </a:p>
      </dgm:t>
    </dgm:pt>
    <dgm:pt modelId="{478D391B-9385-45A8-850A-AEF198687BF9}" type="parTrans" cxnId="{545FABEA-63E0-4088-BF9D-9EDE235AA714}">
      <dgm:prSet/>
      <dgm:spPr/>
      <dgm:t>
        <a:bodyPr/>
        <a:lstStyle/>
        <a:p>
          <a:endParaRPr lang="en-US"/>
        </a:p>
      </dgm:t>
    </dgm:pt>
    <dgm:pt modelId="{96E3B3B5-BE3F-46A9-9DB8-83457EF1FE39}" type="sibTrans" cxnId="{545FABEA-63E0-4088-BF9D-9EDE235AA714}">
      <dgm:prSet/>
      <dgm:spPr/>
      <dgm:t>
        <a:bodyPr/>
        <a:lstStyle/>
        <a:p>
          <a:endParaRPr lang="en-US"/>
        </a:p>
      </dgm:t>
    </dgm:pt>
    <dgm:pt modelId="{810771E3-9F45-4E5D-BBF8-A93D6FA2A904}">
      <dgm:prSet/>
      <dgm:spPr/>
      <dgm:t>
        <a:bodyPr/>
        <a:lstStyle/>
        <a:p>
          <a:r>
            <a:rPr lang="de-DE"/>
            <a:t>Sichtung der Daten (Jupyter Notebook)</a:t>
          </a:r>
          <a:endParaRPr lang="en-US"/>
        </a:p>
      </dgm:t>
    </dgm:pt>
    <dgm:pt modelId="{260DE4DB-01BA-43F2-9CBA-D71A184A446F}" type="parTrans" cxnId="{970C39B7-B268-457F-BB80-06CD74DA1D1F}">
      <dgm:prSet/>
      <dgm:spPr/>
      <dgm:t>
        <a:bodyPr/>
        <a:lstStyle/>
        <a:p>
          <a:endParaRPr lang="en-US"/>
        </a:p>
      </dgm:t>
    </dgm:pt>
    <dgm:pt modelId="{71600941-A9D9-4D7E-855F-65A83DDA7671}" type="sibTrans" cxnId="{970C39B7-B268-457F-BB80-06CD74DA1D1F}">
      <dgm:prSet/>
      <dgm:spPr/>
      <dgm:t>
        <a:bodyPr/>
        <a:lstStyle/>
        <a:p>
          <a:endParaRPr lang="en-US"/>
        </a:p>
      </dgm:t>
    </dgm:pt>
    <dgm:pt modelId="{EA2910B1-CDCC-4544-9F93-07168D20C861}">
      <dgm:prSet/>
      <dgm:spPr/>
      <dgm:t>
        <a:bodyPr/>
        <a:lstStyle/>
        <a:p>
          <a:r>
            <a:rPr lang="de-DE"/>
            <a:t>Bereinigung der Tabellen (Python Script, jeder 3 Tabellen, gemeinsames Script für Lambda)</a:t>
          </a:r>
          <a:endParaRPr lang="en-US"/>
        </a:p>
      </dgm:t>
    </dgm:pt>
    <dgm:pt modelId="{08F68E73-581C-4F41-87ED-C6B1E3B2BF9C}" type="parTrans" cxnId="{FBFBA6E1-E310-46E1-A3A0-ED1AE4F076B4}">
      <dgm:prSet/>
      <dgm:spPr/>
      <dgm:t>
        <a:bodyPr/>
        <a:lstStyle/>
        <a:p>
          <a:endParaRPr lang="en-US"/>
        </a:p>
      </dgm:t>
    </dgm:pt>
    <dgm:pt modelId="{BD17A671-6C96-4696-ABBD-066AFD1C0B5D}" type="sibTrans" cxnId="{FBFBA6E1-E310-46E1-A3A0-ED1AE4F076B4}">
      <dgm:prSet/>
      <dgm:spPr/>
      <dgm:t>
        <a:bodyPr/>
        <a:lstStyle/>
        <a:p>
          <a:endParaRPr lang="en-US"/>
        </a:p>
      </dgm:t>
    </dgm:pt>
    <dgm:pt modelId="{7E2E0E57-FB94-4470-91ED-27812D6ACBE9}">
      <dgm:prSet/>
      <dgm:spPr/>
      <dgm:t>
        <a:bodyPr/>
        <a:lstStyle/>
        <a:p>
          <a:r>
            <a:rPr lang="de-DE"/>
            <a:t>Erstellung der Tabellen im Glue Catalog mit Athena (SQL Script)</a:t>
          </a:r>
          <a:endParaRPr lang="en-US"/>
        </a:p>
      </dgm:t>
    </dgm:pt>
    <dgm:pt modelId="{D476E0B3-5789-4F83-BA94-E5C22776AE60}" type="parTrans" cxnId="{5A6463A1-7889-4C50-9A8E-0183AA5BA2A7}">
      <dgm:prSet/>
      <dgm:spPr/>
      <dgm:t>
        <a:bodyPr/>
        <a:lstStyle/>
        <a:p>
          <a:endParaRPr lang="en-US"/>
        </a:p>
      </dgm:t>
    </dgm:pt>
    <dgm:pt modelId="{F380E8FB-CD41-43ED-8E8C-046BBC2763A0}" type="sibTrans" cxnId="{5A6463A1-7889-4C50-9A8E-0183AA5BA2A7}">
      <dgm:prSet/>
      <dgm:spPr/>
      <dgm:t>
        <a:bodyPr/>
        <a:lstStyle/>
        <a:p>
          <a:endParaRPr lang="en-US"/>
        </a:p>
      </dgm:t>
    </dgm:pt>
    <dgm:pt modelId="{3236EBD1-8C82-4C68-93CB-DC0113DCE0F4}">
      <dgm:prSet/>
      <dgm:spPr/>
      <dgm:t>
        <a:bodyPr/>
        <a:lstStyle/>
        <a:p>
          <a:r>
            <a:rPr lang="de-DE"/>
            <a:t>Jeder hat eigene Fragestellung in Power BI Desktop beantwortet (.pbip)</a:t>
          </a:r>
          <a:endParaRPr lang="en-US"/>
        </a:p>
      </dgm:t>
    </dgm:pt>
    <dgm:pt modelId="{D29EEE94-3DB0-4428-B741-888BF6312CDA}" type="parTrans" cxnId="{0456245B-6314-4777-92B1-1BA9B4645555}">
      <dgm:prSet/>
      <dgm:spPr/>
      <dgm:t>
        <a:bodyPr/>
        <a:lstStyle/>
        <a:p>
          <a:endParaRPr lang="en-US"/>
        </a:p>
      </dgm:t>
    </dgm:pt>
    <dgm:pt modelId="{7A9EE20E-81DF-4D84-B451-21D0DB90722A}" type="sibTrans" cxnId="{0456245B-6314-4777-92B1-1BA9B4645555}">
      <dgm:prSet/>
      <dgm:spPr/>
      <dgm:t>
        <a:bodyPr/>
        <a:lstStyle/>
        <a:p>
          <a:endParaRPr lang="en-US"/>
        </a:p>
      </dgm:t>
    </dgm:pt>
    <dgm:pt modelId="{5B865FD0-6A45-45BF-A677-346BD28A78B2}">
      <dgm:prSet/>
      <dgm:spPr/>
      <dgm:t>
        <a:bodyPr/>
        <a:lstStyle/>
        <a:p>
          <a:r>
            <a:rPr lang="de-DE"/>
            <a:t>Am Ende manuelles Zusammenfügen der Berichtseiten, Measures, berechneten Spalten, berechneten Tabellen</a:t>
          </a:r>
          <a:endParaRPr lang="en-US"/>
        </a:p>
      </dgm:t>
    </dgm:pt>
    <dgm:pt modelId="{FE69645C-6DAA-4483-B5A9-59DFD81323D4}" type="parTrans" cxnId="{3ACE186F-B129-43AD-8B0E-85B870BD0B70}">
      <dgm:prSet/>
      <dgm:spPr/>
      <dgm:t>
        <a:bodyPr/>
        <a:lstStyle/>
        <a:p>
          <a:endParaRPr lang="en-US"/>
        </a:p>
      </dgm:t>
    </dgm:pt>
    <dgm:pt modelId="{E3602D4B-7EBA-4A41-9C1D-8DD14E5544B6}" type="sibTrans" cxnId="{3ACE186F-B129-43AD-8B0E-85B870BD0B70}">
      <dgm:prSet/>
      <dgm:spPr/>
      <dgm:t>
        <a:bodyPr/>
        <a:lstStyle/>
        <a:p>
          <a:endParaRPr lang="en-US"/>
        </a:p>
      </dgm:t>
    </dgm:pt>
    <dgm:pt modelId="{593D7734-D53D-4D78-842E-F595638B0E57}" type="pres">
      <dgm:prSet presAssocID="{482566F3-1BF1-4DD6-981F-BB0F5B64E0CD}" presName="diagram" presStyleCnt="0">
        <dgm:presLayoutVars>
          <dgm:dir/>
          <dgm:resizeHandles val="exact"/>
        </dgm:presLayoutVars>
      </dgm:prSet>
      <dgm:spPr/>
    </dgm:pt>
    <dgm:pt modelId="{FD163212-4CF6-447A-9802-20C8D10EC9C7}" type="pres">
      <dgm:prSet presAssocID="{94324BD9-47FD-4969-8399-2E8A68A2942B}" presName="node" presStyleLbl="node1" presStyleIdx="0" presStyleCnt="7">
        <dgm:presLayoutVars>
          <dgm:bulletEnabled val="1"/>
        </dgm:presLayoutVars>
      </dgm:prSet>
      <dgm:spPr/>
    </dgm:pt>
    <dgm:pt modelId="{ECE17796-4EBF-4C04-9380-84A21C2C6078}" type="pres">
      <dgm:prSet presAssocID="{42C28EB0-CE7B-4C61-8DB0-787A59735B26}" presName="sibTrans" presStyleCnt="0"/>
      <dgm:spPr/>
    </dgm:pt>
    <dgm:pt modelId="{61FABECA-DA09-48E0-BC3A-13D40F16EA19}" type="pres">
      <dgm:prSet presAssocID="{B875E1D2-922F-47AD-8B40-671440AA8275}" presName="node" presStyleLbl="node1" presStyleIdx="1" presStyleCnt="7">
        <dgm:presLayoutVars>
          <dgm:bulletEnabled val="1"/>
        </dgm:presLayoutVars>
      </dgm:prSet>
      <dgm:spPr/>
    </dgm:pt>
    <dgm:pt modelId="{0B19B014-B5E3-40EA-811F-C70F694A0FB1}" type="pres">
      <dgm:prSet presAssocID="{96E3B3B5-BE3F-46A9-9DB8-83457EF1FE39}" presName="sibTrans" presStyleCnt="0"/>
      <dgm:spPr/>
    </dgm:pt>
    <dgm:pt modelId="{9EB4446E-7B71-4587-94D3-BB293F6BF612}" type="pres">
      <dgm:prSet presAssocID="{810771E3-9F45-4E5D-BBF8-A93D6FA2A904}" presName="node" presStyleLbl="node1" presStyleIdx="2" presStyleCnt="7">
        <dgm:presLayoutVars>
          <dgm:bulletEnabled val="1"/>
        </dgm:presLayoutVars>
      </dgm:prSet>
      <dgm:spPr/>
    </dgm:pt>
    <dgm:pt modelId="{B79AF838-B585-47E3-89E6-94011AB28FA7}" type="pres">
      <dgm:prSet presAssocID="{71600941-A9D9-4D7E-855F-65A83DDA7671}" presName="sibTrans" presStyleCnt="0"/>
      <dgm:spPr/>
    </dgm:pt>
    <dgm:pt modelId="{DCA9D6C3-A260-473B-9FA5-9FFBF33210D5}" type="pres">
      <dgm:prSet presAssocID="{EA2910B1-CDCC-4544-9F93-07168D20C861}" presName="node" presStyleLbl="node1" presStyleIdx="3" presStyleCnt="7">
        <dgm:presLayoutVars>
          <dgm:bulletEnabled val="1"/>
        </dgm:presLayoutVars>
      </dgm:prSet>
      <dgm:spPr/>
    </dgm:pt>
    <dgm:pt modelId="{5A6193D9-4F37-4134-9D82-E348C1939F43}" type="pres">
      <dgm:prSet presAssocID="{BD17A671-6C96-4696-ABBD-066AFD1C0B5D}" presName="sibTrans" presStyleCnt="0"/>
      <dgm:spPr/>
    </dgm:pt>
    <dgm:pt modelId="{0D13675F-072F-4E16-9F8F-7212A3C26CEA}" type="pres">
      <dgm:prSet presAssocID="{7E2E0E57-FB94-4470-91ED-27812D6ACBE9}" presName="node" presStyleLbl="node1" presStyleIdx="4" presStyleCnt="7">
        <dgm:presLayoutVars>
          <dgm:bulletEnabled val="1"/>
        </dgm:presLayoutVars>
      </dgm:prSet>
      <dgm:spPr/>
    </dgm:pt>
    <dgm:pt modelId="{C9677F77-F09E-4591-8F33-0C0662B19D82}" type="pres">
      <dgm:prSet presAssocID="{F380E8FB-CD41-43ED-8E8C-046BBC2763A0}" presName="sibTrans" presStyleCnt="0"/>
      <dgm:spPr/>
    </dgm:pt>
    <dgm:pt modelId="{49C819C8-1EBC-447B-80E3-86D1E44664C1}" type="pres">
      <dgm:prSet presAssocID="{3236EBD1-8C82-4C68-93CB-DC0113DCE0F4}" presName="node" presStyleLbl="node1" presStyleIdx="5" presStyleCnt="7">
        <dgm:presLayoutVars>
          <dgm:bulletEnabled val="1"/>
        </dgm:presLayoutVars>
      </dgm:prSet>
      <dgm:spPr/>
    </dgm:pt>
    <dgm:pt modelId="{5E6F9949-D54A-4F33-9643-322965965678}" type="pres">
      <dgm:prSet presAssocID="{7A9EE20E-81DF-4D84-B451-21D0DB90722A}" presName="sibTrans" presStyleCnt="0"/>
      <dgm:spPr/>
    </dgm:pt>
    <dgm:pt modelId="{4D76BD81-4E6D-450A-93A7-454EBEFA0C28}" type="pres">
      <dgm:prSet presAssocID="{5B865FD0-6A45-45BF-A677-346BD28A78B2}" presName="node" presStyleLbl="node1" presStyleIdx="6" presStyleCnt="7">
        <dgm:presLayoutVars>
          <dgm:bulletEnabled val="1"/>
        </dgm:presLayoutVars>
      </dgm:prSet>
      <dgm:spPr/>
    </dgm:pt>
  </dgm:ptLst>
  <dgm:cxnLst>
    <dgm:cxn modelId="{80547F0A-C8B1-47B6-ABD8-F0FC1617AB95}" type="presOf" srcId="{3236EBD1-8C82-4C68-93CB-DC0113DCE0F4}" destId="{49C819C8-1EBC-447B-80E3-86D1E44664C1}" srcOrd="0" destOrd="0" presId="urn:microsoft.com/office/officeart/2005/8/layout/default"/>
    <dgm:cxn modelId="{9CCED91D-FBAB-4615-B13F-B534F332F7D2}" type="presOf" srcId="{482566F3-1BF1-4DD6-981F-BB0F5B64E0CD}" destId="{593D7734-D53D-4D78-842E-F595638B0E57}" srcOrd="0" destOrd="0" presId="urn:microsoft.com/office/officeart/2005/8/layout/default"/>
    <dgm:cxn modelId="{0456245B-6314-4777-92B1-1BA9B4645555}" srcId="{482566F3-1BF1-4DD6-981F-BB0F5B64E0CD}" destId="{3236EBD1-8C82-4C68-93CB-DC0113DCE0F4}" srcOrd="5" destOrd="0" parTransId="{D29EEE94-3DB0-4428-B741-888BF6312CDA}" sibTransId="{7A9EE20E-81DF-4D84-B451-21D0DB90722A}"/>
    <dgm:cxn modelId="{070FCB42-2A4F-40ED-BAF2-08929CAE5541}" srcId="{482566F3-1BF1-4DD6-981F-BB0F5B64E0CD}" destId="{94324BD9-47FD-4969-8399-2E8A68A2942B}" srcOrd="0" destOrd="0" parTransId="{26049672-54B7-4697-8217-646315CDD94B}" sibTransId="{42C28EB0-CE7B-4C61-8DB0-787A59735B26}"/>
    <dgm:cxn modelId="{55780C6B-EFF2-4D34-AE40-F31356876B29}" type="presOf" srcId="{EA2910B1-CDCC-4544-9F93-07168D20C861}" destId="{DCA9D6C3-A260-473B-9FA5-9FFBF33210D5}" srcOrd="0" destOrd="0" presId="urn:microsoft.com/office/officeart/2005/8/layout/default"/>
    <dgm:cxn modelId="{88D9744D-8E5D-4F14-AC75-0B43C044BA6D}" type="presOf" srcId="{5B865FD0-6A45-45BF-A677-346BD28A78B2}" destId="{4D76BD81-4E6D-450A-93A7-454EBEFA0C28}" srcOrd="0" destOrd="0" presId="urn:microsoft.com/office/officeart/2005/8/layout/default"/>
    <dgm:cxn modelId="{3ACE186F-B129-43AD-8B0E-85B870BD0B70}" srcId="{482566F3-1BF1-4DD6-981F-BB0F5B64E0CD}" destId="{5B865FD0-6A45-45BF-A677-346BD28A78B2}" srcOrd="6" destOrd="0" parTransId="{FE69645C-6DAA-4483-B5A9-59DFD81323D4}" sibTransId="{E3602D4B-7EBA-4A41-9C1D-8DD14E5544B6}"/>
    <dgm:cxn modelId="{8CDBA357-8C89-4C59-A8EF-5D58AE616FF0}" type="presOf" srcId="{94324BD9-47FD-4969-8399-2E8A68A2942B}" destId="{FD163212-4CF6-447A-9802-20C8D10EC9C7}" srcOrd="0" destOrd="0" presId="urn:microsoft.com/office/officeart/2005/8/layout/default"/>
    <dgm:cxn modelId="{28D96D81-CD10-4AFC-8E78-BAEB23E785AF}" type="presOf" srcId="{810771E3-9F45-4E5D-BBF8-A93D6FA2A904}" destId="{9EB4446E-7B71-4587-94D3-BB293F6BF612}" srcOrd="0" destOrd="0" presId="urn:microsoft.com/office/officeart/2005/8/layout/default"/>
    <dgm:cxn modelId="{5A6463A1-7889-4C50-9A8E-0183AA5BA2A7}" srcId="{482566F3-1BF1-4DD6-981F-BB0F5B64E0CD}" destId="{7E2E0E57-FB94-4470-91ED-27812D6ACBE9}" srcOrd="4" destOrd="0" parTransId="{D476E0B3-5789-4F83-BA94-E5C22776AE60}" sibTransId="{F380E8FB-CD41-43ED-8E8C-046BBC2763A0}"/>
    <dgm:cxn modelId="{970C39B7-B268-457F-BB80-06CD74DA1D1F}" srcId="{482566F3-1BF1-4DD6-981F-BB0F5B64E0CD}" destId="{810771E3-9F45-4E5D-BBF8-A93D6FA2A904}" srcOrd="2" destOrd="0" parTransId="{260DE4DB-01BA-43F2-9CBA-D71A184A446F}" sibTransId="{71600941-A9D9-4D7E-855F-65A83DDA7671}"/>
    <dgm:cxn modelId="{658A84BF-EFCB-4965-AD2B-53F90E7103C9}" type="presOf" srcId="{B875E1D2-922F-47AD-8B40-671440AA8275}" destId="{61FABECA-DA09-48E0-BC3A-13D40F16EA19}" srcOrd="0" destOrd="0" presId="urn:microsoft.com/office/officeart/2005/8/layout/default"/>
    <dgm:cxn modelId="{3F887ED9-5735-4951-8E93-E623CB27486C}" type="presOf" srcId="{7E2E0E57-FB94-4470-91ED-27812D6ACBE9}" destId="{0D13675F-072F-4E16-9F8F-7212A3C26CEA}" srcOrd="0" destOrd="0" presId="urn:microsoft.com/office/officeart/2005/8/layout/default"/>
    <dgm:cxn modelId="{FBFBA6E1-E310-46E1-A3A0-ED1AE4F076B4}" srcId="{482566F3-1BF1-4DD6-981F-BB0F5B64E0CD}" destId="{EA2910B1-CDCC-4544-9F93-07168D20C861}" srcOrd="3" destOrd="0" parTransId="{08F68E73-581C-4F41-87ED-C6B1E3B2BF9C}" sibTransId="{BD17A671-6C96-4696-ABBD-066AFD1C0B5D}"/>
    <dgm:cxn modelId="{545FABEA-63E0-4088-BF9D-9EDE235AA714}" srcId="{482566F3-1BF1-4DD6-981F-BB0F5B64E0CD}" destId="{B875E1D2-922F-47AD-8B40-671440AA8275}" srcOrd="1" destOrd="0" parTransId="{478D391B-9385-45A8-850A-AEF198687BF9}" sibTransId="{96E3B3B5-BE3F-46A9-9DB8-83457EF1FE39}"/>
    <dgm:cxn modelId="{F3E69C48-7D7D-40C1-8FB2-87ECD9BFA37C}" type="presParOf" srcId="{593D7734-D53D-4D78-842E-F595638B0E57}" destId="{FD163212-4CF6-447A-9802-20C8D10EC9C7}" srcOrd="0" destOrd="0" presId="urn:microsoft.com/office/officeart/2005/8/layout/default"/>
    <dgm:cxn modelId="{DF159D7F-981A-41F8-97F9-2FD494E34605}" type="presParOf" srcId="{593D7734-D53D-4D78-842E-F595638B0E57}" destId="{ECE17796-4EBF-4C04-9380-84A21C2C6078}" srcOrd="1" destOrd="0" presId="urn:microsoft.com/office/officeart/2005/8/layout/default"/>
    <dgm:cxn modelId="{77ED05DB-2B2C-48F7-B962-CD97ED80F417}" type="presParOf" srcId="{593D7734-D53D-4D78-842E-F595638B0E57}" destId="{61FABECA-DA09-48E0-BC3A-13D40F16EA19}" srcOrd="2" destOrd="0" presId="urn:microsoft.com/office/officeart/2005/8/layout/default"/>
    <dgm:cxn modelId="{F11DF26C-ADF9-414C-98A9-A7F42A4BB1D8}" type="presParOf" srcId="{593D7734-D53D-4D78-842E-F595638B0E57}" destId="{0B19B014-B5E3-40EA-811F-C70F694A0FB1}" srcOrd="3" destOrd="0" presId="urn:microsoft.com/office/officeart/2005/8/layout/default"/>
    <dgm:cxn modelId="{BA7BE038-0A7A-4693-B1A3-03D1D190B980}" type="presParOf" srcId="{593D7734-D53D-4D78-842E-F595638B0E57}" destId="{9EB4446E-7B71-4587-94D3-BB293F6BF612}" srcOrd="4" destOrd="0" presId="urn:microsoft.com/office/officeart/2005/8/layout/default"/>
    <dgm:cxn modelId="{0D9BDC7F-4B44-43C1-9CBC-8A22775A246F}" type="presParOf" srcId="{593D7734-D53D-4D78-842E-F595638B0E57}" destId="{B79AF838-B585-47E3-89E6-94011AB28FA7}" srcOrd="5" destOrd="0" presId="urn:microsoft.com/office/officeart/2005/8/layout/default"/>
    <dgm:cxn modelId="{DF53E426-D334-4C2D-A627-162734B76905}" type="presParOf" srcId="{593D7734-D53D-4D78-842E-F595638B0E57}" destId="{DCA9D6C3-A260-473B-9FA5-9FFBF33210D5}" srcOrd="6" destOrd="0" presId="urn:microsoft.com/office/officeart/2005/8/layout/default"/>
    <dgm:cxn modelId="{4563C930-70B9-4DDF-A302-68B85A82761C}" type="presParOf" srcId="{593D7734-D53D-4D78-842E-F595638B0E57}" destId="{5A6193D9-4F37-4134-9D82-E348C1939F43}" srcOrd="7" destOrd="0" presId="urn:microsoft.com/office/officeart/2005/8/layout/default"/>
    <dgm:cxn modelId="{B610496F-5469-475C-800E-9DD3DA807E6B}" type="presParOf" srcId="{593D7734-D53D-4D78-842E-F595638B0E57}" destId="{0D13675F-072F-4E16-9F8F-7212A3C26CEA}" srcOrd="8" destOrd="0" presId="urn:microsoft.com/office/officeart/2005/8/layout/default"/>
    <dgm:cxn modelId="{BA21D32E-5C45-412D-826C-4C76AFD08C60}" type="presParOf" srcId="{593D7734-D53D-4D78-842E-F595638B0E57}" destId="{C9677F77-F09E-4591-8F33-0C0662B19D82}" srcOrd="9" destOrd="0" presId="urn:microsoft.com/office/officeart/2005/8/layout/default"/>
    <dgm:cxn modelId="{200A2436-3517-4E0C-AD08-D24A90D081E2}" type="presParOf" srcId="{593D7734-D53D-4D78-842E-F595638B0E57}" destId="{49C819C8-1EBC-447B-80E3-86D1E44664C1}" srcOrd="10" destOrd="0" presId="urn:microsoft.com/office/officeart/2005/8/layout/default"/>
    <dgm:cxn modelId="{9DC1EB34-B127-4D9F-A20E-DA6076FA804B}" type="presParOf" srcId="{593D7734-D53D-4D78-842E-F595638B0E57}" destId="{5E6F9949-D54A-4F33-9643-322965965678}" srcOrd="11" destOrd="0" presId="urn:microsoft.com/office/officeart/2005/8/layout/default"/>
    <dgm:cxn modelId="{21106E6F-DDF1-446A-8E76-BB21642CC00B}" type="presParOf" srcId="{593D7734-D53D-4D78-842E-F595638B0E57}" destId="{4D76BD81-4E6D-450A-93A7-454EBEFA0C28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03B66-1C09-4E8C-B2E1-6449E41C3AE0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e-Commerce Dienstleister in Brasilien</a:t>
          </a:r>
          <a:endParaRPr lang="en-US" sz="2300" kern="1200"/>
        </a:p>
      </dsp:txBody>
      <dsp:txXfrm>
        <a:off x="0" y="39687"/>
        <a:ext cx="3286125" cy="1971675"/>
      </dsp:txXfrm>
    </dsp:sp>
    <dsp:sp modelId="{88713E05-A4C2-4042-A007-A74F972B88A2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ERP Software für kleine, mittlere lokale Händler mit zentraler Anbindung an viele Marktplätze</a:t>
          </a:r>
          <a:endParaRPr lang="en-US" sz="2300" kern="1200"/>
        </a:p>
      </dsp:txBody>
      <dsp:txXfrm>
        <a:off x="3614737" y="39687"/>
        <a:ext cx="3286125" cy="1971675"/>
      </dsp:txXfrm>
    </dsp:sp>
    <dsp:sp modelId="{C468AC6B-D4B9-4DD0-BCF3-B4A34F51B836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Produkte werden zentral angelegt</a:t>
          </a:r>
          <a:endParaRPr lang="en-US" sz="2300" kern="1200"/>
        </a:p>
      </dsp:txBody>
      <dsp:txXfrm>
        <a:off x="7229475" y="39687"/>
        <a:ext cx="3286125" cy="1971675"/>
      </dsp:txXfrm>
    </dsp:sp>
    <dsp:sp modelId="{56F8CDB9-FA12-42E8-9C86-1B5143F8F6AF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Produkte werden unter dem Händlernamen „Olist Store“auf den Marktplätzen angeboten</a:t>
          </a:r>
          <a:endParaRPr lang="en-US" sz="2300" kern="1200"/>
        </a:p>
      </dsp:txBody>
      <dsp:txXfrm>
        <a:off x="1807368" y="2339975"/>
        <a:ext cx="3286125" cy="1971675"/>
      </dsp:txXfrm>
    </dsp:sp>
    <dsp:sp modelId="{9ED5F642-5F31-447E-9901-E743D6EE2E5D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 err="1"/>
            <a:t>Olist</a:t>
          </a:r>
          <a:r>
            <a:rPr lang="de-DE" sz="2300" kern="1200" dirty="0"/>
            <a:t> wählt im Hintergrund Verkäufer aus, die diese Bestellung abwickeln</a:t>
          </a:r>
          <a:endParaRPr lang="en-US" sz="2300" kern="1200" dirty="0"/>
        </a:p>
      </dsp:txBody>
      <dsp:txXfrm>
        <a:off x="5422106" y="2339975"/>
        <a:ext cx="3286125" cy="1971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FEEDD7-52C6-4B08-8166-81C5312B639B}">
      <dsp:nvSpPr>
        <dsp:cNvPr id="0" name=""/>
        <dsp:cNvSpPr/>
      </dsp:nvSpPr>
      <dsp:spPr>
        <a:xfrm>
          <a:off x="3080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D98D0-4160-4D9D-9431-01A493820DA9}">
      <dsp:nvSpPr>
        <dsp:cNvPr id="0" name=""/>
        <dsp:cNvSpPr/>
      </dsp:nvSpPr>
      <dsp:spPr>
        <a:xfrm>
          <a:off x="247486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Auswahl der Verkäufer für Kundenbestellung</a:t>
          </a:r>
          <a:endParaRPr lang="en-US" sz="1700" kern="1200"/>
        </a:p>
      </dsp:txBody>
      <dsp:txXfrm>
        <a:off x="288396" y="1634282"/>
        <a:ext cx="2117829" cy="1314957"/>
      </dsp:txXfrm>
    </dsp:sp>
    <dsp:sp modelId="{1D46157C-4EF2-4D0D-BA27-4283FB4D1B42}">
      <dsp:nvSpPr>
        <dsp:cNvPr id="0" name=""/>
        <dsp:cNvSpPr/>
      </dsp:nvSpPr>
      <dsp:spPr>
        <a:xfrm>
          <a:off x="2691541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7AFCA-B689-4DCF-B706-DD30DDC994C2}">
      <dsp:nvSpPr>
        <dsp:cNvPr id="0" name=""/>
        <dsp:cNvSpPr/>
      </dsp:nvSpPr>
      <dsp:spPr>
        <a:xfrm>
          <a:off x="2935947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Auswahl Carrier für Lieferung</a:t>
          </a:r>
          <a:endParaRPr lang="en-US" sz="1700" kern="1200"/>
        </a:p>
      </dsp:txBody>
      <dsp:txXfrm>
        <a:off x="2976857" y="1634282"/>
        <a:ext cx="2117829" cy="1314957"/>
      </dsp:txXfrm>
    </dsp:sp>
    <dsp:sp modelId="{E4AD927C-2D69-45C8-A4C8-33F91D1405AF}">
      <dsp:nvSpPr>
        <dsp:cNvPr id="0" name=""/>
        <dsp:cNvSpPr/>
      </dsp:nvSpPr>
      <dsp:spPr>
        <a:xfrm>
          <a:off x="5380002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7AC5A1-88F3-4B31-AB4C-1A1615BE17E6}">
      <dsp:nvSpPr>
        <dsp:cNvPr id="0" name=""/>
        <dsp:cNvSpPr/>
      </dsp:nvSpPr>
      <dsp:spPr>
        <a:xfrm>
          <a:off x="5624408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Zahlungsabwicklung</a:t>
          </a:r>
          <a:endParaRPr lang="en-US" sz="1700" kern="1200"/>
        </a:p>
      </dsp:txBody>
      <dsp:txXfrm>
        <a:off x="5665318" y="1634282"/>
        <a:ext cx="2117829" cy="1314957"/>
      </dsp:txXfrm>
    </dsp:sp>
    <dsp:sp modelId="{03DD629A-8A7F-4D3D-98B1-2C0C710D2748}">
      <dsp:nvSpPr>
        <dsp:cNvPr id="0" name=""/>
        <dsp:cNvSpPr/>
      </dsp:nvSpPr>
      <dsp:spPr>
        <a:xfrm>
          <a:off x="8068463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F01FE-7C9F-4B06-8694-B625F4717A72}">
      <dsp:nvSpPr>
        <dsp:cNvPr id="0" name=""/>
        <dsp:cNvSpPr/>
      </dsp:nvSpPr>
      <dsp:spPr>
        <a:xfrm>
          <a:off x="8312869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Kundensupport</a:t>
          </a:r>
          <a:endParaRPr lang="en-US" sz="1700" kern="1200"/>
        </a:p>
      </dsp:txBody>
      <dsp:txXfrm>
        <a:off x="8353779" y="1634282"/>
        <a:ext cx="2117829" cy="1314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4E225-0F24-476B-B5D7-347215374897}">
      <dsp:nvSpPr>
        <dsp:cNvPr id="0" name=""/>
        <dsp:cNvSpPr/>
      </dsp:nvSpPr>
      <dsp:spPr>
        <a:xfrm>
          <a:off x="0" y="516068"/>
          <a:ext cx="10515600" cy="1029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kern="1200"/>
            <a:t>Bearbeitung der zugewiesenen Bestellungen</a:t>
          </a:r>
          <a:endParaRPr lang="en-US" sz="4000" kern="1200"/>
        </a:p>
      </dsp:txBody>
      <dsp:txXfrm>
        <a:off x="50261" y="566329"/>
        <a:ext cx="10415078" cy="929078"/>
      </dsp:txXfrm>
    </dsp:sp>
    <dsp:sp modelId="{7AB8CA8D-E625-4FB6-9EC8-9B7106F845A2}">
      <dsp:nvSpPr>
        <dsp:cNvPr id="0" name=""/>
        <dsp:cNvSpPr/>
      </dsp:nvSpPr>
      <dsp:spPr>
        <a:xfrm>
          <a:off x="0" y="1660869"/>
          <a:ext cx="10515600" cy="1029600"/>
        </a:xfrm>
        <a:prstGeom prst="roundRect">
          <a:avLst/>
        </a:prstGeom>
        <a:solidFill>
          <a:schemeClr val="accent2">
            <a:hueOff val="-515871"/>
            <a:satOff val="18016"/>
            <a:lumOff val="411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kern="1200"/>
            <a:t>Lagerlogistik</a:t>
          </a:r>
          <a:endParaRPr lang="en-US" sz="4000" kern="1200"/>
        </a:p>
      </dsp:txBody>
      <dsp:txXfrm>
        <a:off x="50261" y="1711130"/>
        <a:ext cx="10415078" cy="929078"/>
      </dsp:txXfrm>
    </dsp:sp>
    <dsp:sp modelId="{AF2B6F35-2377-484D-AFAC-3CF2DD181DBA}">
      <dsp:nvSpPr>
        <dsp:cNvPr id="0" name=""/>
        <dsp:cNvSpPr/>
      </dsp:nvSpPr>
      <dsp:spPr>
        <a:xfrm>
          <a:off x="0" y="2805669"/>
          <a:ext cx="10515600" cy="1029600"/>
        </a:xfrm>
        <a:prstGeom prst="roundRect">
          <a:avLst/>
        </a:prstGeom>
        <a:solidFill>
          <a:schemeClr val="accent2">
            <a:hueOff val="-1031741"/>
            <a:satOff val="36031"/>
            <a:lumOff val="823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kern="1200"/>
            <a:t>Beschaffung</a:t>
          </a:r>
          <a:endParaRPr lang="en-US" sz="4000" kern="1200"/>
        </a:p>
      </dsp:txBody>
      <dsp:txXfrm>
        <a:off x="50261" y="2855930"/>
        <a:ext cx="10415078" cy="9290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63212-4CF6-447A-9802-20C8D10EC9C7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GitHub für .py, .sql, .md, .ipynb</a:t>
          </a:r>
          <a:endParaRPr lang="en-US" sz="1700" kern="1200"/>
        </a:p>
      </dsp:txBody>
      <dsp:txXfrm>
        <a:off x="3080" y="587032"/>
        <a:ext cx="2444055" cy="1466433"/>
      </dsp:txXfrm>
    </dsp:sp>
    <dsp:sp modelId="{61FABECA-DA09-48E0-BC3A-13D40F16EA19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main-Branch, david-feature-Branch, jakob-feature-Branch, patrick-feature-Branch</a:t>
          </a:r>
          <a:endParaRPr lang="en-US" sz="1700" kern="1200"/>
        </a:p>
      </dsp:txBody>
      <dsp:txXfrm>
        <a:off x="2691541" y="587032"/>
        <a:ext cx="2444055" cy="1466433"/>
      </dsp:txXfrm>
    </dsp:sp>
    <dsp:sp modelId="{9EB4446E-7B71-4587-94D3-BB293F6BF612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Sichtung der Daten (Jupyter Notebook)</a:t>
          </a:r>
          <a:endParaRPr lang="en-US" sz="1700" kern="1200"/>
        </a:p>
      </dsp:txBody>
      <dsp:txXfrm>
        <a:off x="5380002" y="587032"/>
        <a:ext cx="2444055" cy="1466433"/>
      </dsp:txXfrm>
    </dsp:sp>
    <dsp:sp modelId="{DCA9D6C3-A260-473B-9FA5-9FFBF33210D5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Bereinigung der Tabellen (Python Script, jeder 3 Tabellen, gemeinsames Script für Lambda)</a:t>
          </a:r>
          <a:endParaRPr lang="en-US" sz="1700" kern="1200"/>
        </a:p>
      </dsp:txBody>
      <dsp:txXfrm>
        <a:off x="8068463" y="587032"/>
        <a:ext cx="2444055" cy="1466433"/>
      </dsp:txXfrm>
    </dsp:sp>
    <dsp:sp modelId="{0D13675F-072F-4E16-9F8F-7212A3C26CEA}">
      <dsp:nvSpPr>
        <dsp:cNvPr id="0" name=""/>
        <dsp:cNvSpPr/>
      </dsp:nvSpPr>
      <dsp:spPr>
        <a:xfrm>
          <a:off x="1347311" y="2297871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Erstellung der Tabellen im Glue Catalog mit Athena (SQL Script)</a:t>
          </a:r>
          <a:endParaRPr lang="en-US" sz="1700" kern="1200"/>
        </a:p>
      </dsp:txBody>
      <dsp:txXfrm>
        <a:off x="1347311" y="2297871"/>
        <a:ext cx="2444055" cy="1466433"/>
      </dsp:txXfrm>
    </dsp:sp>
    <dsp:sp modelId="{49C819C8-1EBC-447B-80E3-86D1E44664C1}">
      <dsp:nvSpPr>
        <dsp:cNvPr id="0" name=""/>
        <dsp:cNvSpPr/>
      </dsp:nvSpPr>
      <dsp:spPr>
        <a:xfrm>
          <a:off x="4035772" y="2297871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Jeder hat eigene Fragestellung in Power BI Desktop beantwortet (.pbip)</a:t>
          </a:r>
          <a:endParaRPr lang="en-US" sz="1700" kern="1200"/>
        </a:p>
      </dsp:txBody>
      <dsp:txXfrm>
        <a:off x="4035772" y="2297871"/>
        <a:ext cx="2444055" cy="1466433"/>
      </dsp:txXfrm>
    </dsp:sp>
    <dsp:sp modelId="{4D76BD81-4E6D-450A-93A7-454EBEFA0C28}">
      <dsp:nvSpPr>
        <dsp:cNvPr id="0" name=""/>
        <dsp:cNvSpPr/>
      </dsp:nvSpPr>
      <dsp:spPr>
        <a:xfrm>
          <a:off x="6724233" y="2297871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Am Ende manuelles Zusammenfügen der Berichtseiten, Measures, berechneten Spalten, berechneten Tabellen</a:t>
          </a:r>
          <a:endParaRPr lang="en-US" sz="1700" kern="1200"/>
        </a:p>
      </dsp:txBody>
      <dsp:txXfrm>
        <a:off x="6724233" y="2297871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6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6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35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000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9387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209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262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31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07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497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58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700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054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FB88B-BD4A-4264-8DE1-E768682964B7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4FD8E-DBB8-4616-84A0-1D2664A3B5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3092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0D272A-A2E6-90A3-19D0-36905F791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24" y="5230368"/>
            <a:ext cx="11193731" cy="1480979"/>
          </a:xfrm>
        </p:spPr>
        <p:txBody>
          <a:bodyPr>
            <a:normAutofit fontScale="90000"/>
          </a:bodyPr>
          <a:lstStyle/>
          <a:p>
            <a:br>
              <a:rPr lang="de-DE" sz="3100" b="1" dirty="0"/>
            </a:br>
            <a:br>
              <a:rPr lang="de-DE" sz="3100" b="1" dirty="0"/>
            </a:br>
            <a:br>
              <a:rPr lang="de-DE" sz="4000" dirty="0"/>
            </a:br>
            <a:endParaRPr lang="de-DE" sz="4000" b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8FB54E8-350C-1BED-27DB-2E0E95E0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340" y="267536"/>
            <a:ext cx="9037320" cy="482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41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B4F290-F8EC-78AD-7C5F-ABE6C95694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58" r="9091" b="207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9DCCBE-AFC9-883C-E5AA-A938F520F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Was ist </a:t>
            </a:r>
            <a:r>
              <a:rPr lang="de-DE" dirty="0" err="1"/>
              <a:t>Olist</a:t>
            </a:r>
            <a:r>
              <a:rPr lang="de-DE" dirty="0"/>
              <a:t>?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F36B3307-7A28-57F3-5A89-22089E01C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95651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4835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B1E453-B762-B1F6-B92F-92279C85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übernimmt </a:t>
            </a:r>
            <a:r>
              <a:rPr lang="de-DE" dirty="0" err="1"/>
              <a:t>Olist</a:t>
            </a:r>
            <a:r>
              <a:rPr lang="de-DE" dirty="0"/>
              <a:t>?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4E7B6CE-66D2-558B-5C28-705E88BBB4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055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7120F-9209-ED2C-AE84-C2D7E53400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3806833-D452-D1C7-03A0-A9612F65E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Was übernimmt der Verkäufer?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329A2ABF-BF70-BFF1-493A-55B811AFF8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7247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92044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2F9816-C8CA-63D9-32C1-BD0870BEA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Vorteile bietet </a:t>
            </a:r>
            <a:r>
              <a:rPr lang="de-DE" dirty="0" err="1"/>
              <a:t>Olist</a:t>
            </a:r>
            <a:r>
              <a:rPr lang="de-DE" dirty="0"/>
              <a:t> den Verkäufern?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3C7F3F-CECE-9067-5973-560F334CF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Anbindung an viele Marktplätze mit einem System</a:t>
            </a:r>
          </a:p>
          <a:p>
            <a:r>
              <a:rPr lang="de-DE" dirty="0"/>
              <a:t>1 Vertrag mit </a:t>
            </a:r>
            <a:r>
              <a:rPr lang="de-DE" dirty="0" err="1"/>
              <a:t>Olist</a:t>
            </a:r>
            <a:r>
              <a:rPr lang="de-DE" dirty="0"/>
              <a:t>, statt mit jedem Marktplatz extra</a:t>
            </a:r>
          </a:p>
          <a:p>
            <a:r>
              <a:rPr lang="de-DE" dirty="0"/>
              <a:t>Zahlungsabwicklung, Verkäufer erhalten nur Auszahlungen, keine Eingänge von Kunden</a:t>
            </a:r>
          </a:p>
          <a:p>
            <a:r>
              <a:rPr lang="de-DE" dirty="0"/>
              <a:t>Kundensupport wird übernommen</a:t>
            </a:r>
          </a:p>
          <a:p>
            <a:r>
              <a:rPr lang="de-DE" dirty="0"/>
              <a:t>Carrier wird von </a:t>
            </a:r>
            <a:r>
              <a:rPr lang="de-DE" dirty="0" err="1"/>
              <a:t>Olist</a:t>
            </a:r>
            <a:r>
              <a:rPr lang="de-DE" dirty="0"/>
              <a:t> bestimmt und gestellt</a:t>
            </a:r>
          </a:p>
          <a:p>
            <a:r>
              <a:rPr lang="de-DE" dirty="0"/>
              <a:t>Markenbekanntheit „</a:t>
            </a:r>
            <a:r>
              <a:rPr lang="de-DE" dirty="0" err="1"/>
              <a:t>Olist</a:t>
            </a:r>
            <a:r>
              <a:rPr lang="de-DE" dirty="0"/>
              <a:t> Store“ erhöht Vertrauen und generiert Reichweite</a:t>
            </a:r>
          </a:p>
        </p:txBody>
      </p:sp>
    </p:spTree>
    <p:extLst>
      <p:ext uri="{BB962C8B-B14F-4D97-AF65-F5344CB8AC3E}">
        <p14:creationId xmlns:p14="http://schemas.microsoft.com/office/powerpoint/2010/main" val="336028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13517-BCE4-8D68-6444-86B77FDE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Daten-Pipeline/ Lakehouse mit AWS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6980DA-B88B-A86C-9793-E09BC4534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Daten-Architektur: Medaillon</a:t>
            </a:r>
          </a:p>
          <a:p>
            <a:r>
              <a:rPr lang="de-DE" dirty="0" err="1"/>
              <a:t>Kaggle</a:t>
            </a:r>
            <a:r>
              <a:rPr lang="de-DE" dirty="0"/>
              <a:t>-API in S3 (Bronze)</a:t>
            </a:r>
          </a:p>
          <a:p>
            <a:r>
              <a:rPr lang="de-DE" dirty="0"/>
              <a:t>Lambda: transformiert, bereinigt und speichert neue Tabellen (</a:t>
            </a:r>
            <a:r>
              <a:rPr lang="de-DE" dirty="0" err="1"/>
              <a:t>Silver</a:t>
            </a:r>
            <a:r>
              <a:rPr lang="de-DE" dirty="0"/>
              <a:t>)</a:t>
            </a:r>
          </a:p>
          <a:p>
            <a:r>
              <a:rPr lang="de-DE" dirty="0"/>
              <a:t>Athena/ Glue: aus Tabellen Dimensionen und Fakten in Views speichern und Beziehung zueinander definieren (Gold)</a:t>
            </a:r>
          </a:p>
          <a:p>
            <a:r>
              <a:rPr lang="de-DE" dirty="0"/>
              <a:t>Power BI: erstellen zusätzlicher Spalten, Tabellen, Measures (Business-Ready-Data)</a:t>
            </a:r>
          </a:p>
        </p:txBody>
      </p:sp>
    </p:spTree>
    <p:extLst>
      <p:ext uri="{BB962C8B-B14F-4D97-AF65-F5344CB8AC3E}">
        <p14:creationId xmlns:p14="http://schemas.microsoft.com/office/powerpoint/2010/main" val="247111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AFAA42-BB23-443C-ED69-FDA6E77191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706" b="100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CA1ADD-65B9-E678-FA55-9F5F49E7E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Wie lief die Zusammenarbeit?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3BA121F9-C735-6089-09C9-866BFF54FC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6046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8928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700D73-132C-E512-E61C-F78331CB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Ausgangsdaten (Bronze-Layer)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8744996-02DB-9149-76D3-CBDCAD87A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8176"/>
            <a:ext cx="9846124" cy="466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9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333528-713F-F5CC-4E64-40E50FC5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Verarbeitete Daten (</a:t>
            </a:r>
            <a:r>
              <a:rPr lang="de-DE" dirty="0" err="1"/>
              <a:t>Silver</a:t>
            </a:r>
            <a:r>
              <a:rPr lang="de-DE" dirty="0"/>
              <a:t>-Layer)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1729534-8CAE-D495-DEF9-F3B7644A8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9" y="1517605"/>
            <a:ext cx="9694604" cy="483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53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046133-A6A7-E915-811B-31736727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Business-Ready-Daten (Gold-Layer)</a:t>
            </a:r>
            <a:br>
              <a:rPr lang="de-DE" dirty="0"/>
            </a:br>
            <a:r>
              <a:rPr lang="de-DE" dirty="0"/>
              <a:t>(Bild ist Platzhalter, final ERD einfügen und eventuell größer bekommen)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E92960E-0223-DAA0-4635-C67FC22D1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2042471"/>
            <a:ext cx="7791449" cy="456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83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D5A540-8B9D-8075-53DE-FF96578B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Hypothesen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E2A5CB-D6BD-71E3-0D25-603E33FA0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178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BC1A9-A8A4-139B-A4D6-04E179C6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29CBF3-DD6E-96A9-3560-31A9F066C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Power BI zeigen</a:t>
            </a:r>
          </a:p>
        </p:txBody>
      </p:sp>
    </p:spTree>
    <p:extLst>
      <p:ext uri="{BB962C8B-B14F-4D97-AF65-F5344CB8AC3E}">
        <p14:creationId xmlns:p14="http://schemas.microsoft.com/office/powerpoint/2010/main" val="357490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22AAA6-681E-BA4C-1751-00A16B5F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hat gefehlt? An welche Grenzen sind wir gestoßen?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E0DC63-A894-6521-3D62-3C509EA50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Tabelle mit Produktbeständen je Seller</a:t>
            </a:r>
          </a:p>
          <a:p>
            <a:r>
              <a:rPr lang="de-DE" dirty="0"/>
              <a:t>Angabe der Produktverfügbarkeit/ voraussichtlichem Lieferungsdatum</a:t>
            </a:r>
          </a:p>
          <a:p>
            <a:r>
              <a:rPr lang="de-DE" dirty="0"/>
              <a:t>Produktarten</a:t>
            </a:r>
          </a:p>
          <a:p>
            <a:r>
              <a:rPr lang="de-DE" dirty="0"/>
              <a:t>Power BI Workspace</a:t>
            </a:r>
          </a:p>
          <a:p>
            <a:r>
              <a:rPr lang="de-DE" dirty="0"/>
              <a:t>Mehrfachkäufe pro Kunde zu finden</a:t>
            </a:r>
          </a:p>
          <a:p>
            <a:r>
              <a:rPr lang="de-DE" dirty="0"/>
              <a:t>Komplette Postleitzahlen um alle Bereiche abdecken zu können</a:t>
            </a:r>
          </a:p>
        </p:txBody>
      </p:sp>
    </p:spTree>
    <p:extLst>
      <p:ext uri="{BB962C8B-B14F-4D97-AF65-F5344CB8AC3E}">
        <p14:creationId xmlns:p14="http://schemas.microsoft.com/office/powerpoint/2010/main" val="2906893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104BF-287E-5CA1-C5E7-AC3B86D62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haben wir gelernt?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7AF229-6716-7ACD-1D6C-0AE71AFA4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AWS</a:t>
            </a:r>
          </a:p>
          <a:p>
            <a:r>
              <a:rPr lang="de-DE" dirty="0"/>
              <a:t>Aufbau Data Warehouse/ Lake House</a:t>
            </a:r>
          </a:p>
          <a:p>
            <a:r>
              <a:rPr lang="de-DE" dirty="0"/>
              <a:t>AWS Athena als Datenquelle in Power BI verwenden</a:t>
            </a:r>
          </a:p>
          <a:p>
            <a:r>
              <a:rPr lang="de-DE" dirty="0"/>
              <a:t>Arbeit im Team und GitHub</a:t>
            </a:r>
          </a:p>
          <a:p>
            <a:r>
              <a:rPr lang="de-DE" dirty="0"/>
              <a:t>Pipelines mit </a:t>
            </a:r>
            <a:r>
              <a:rPr lang="de-DE" dirty="0" err="1"/>
              <a:t>API‘s</a:t>
            </a:r>
            <a:r>
              <a:rPr lang="de-DE" dirty="0"/>
              <a:t> zu bauen</a:t>
            </a:r>
          </a:p>
          <a:p>
            <a:r>
              <a:rPr lang="de-DE" dirty="0" err="1"/>
              <a:t>Scrum</a:t>
            </a:r>
            <a:r>
              <a:rPr lang="de-DE" dirty="0"/>
              <a:t> anwenden</a:t>
            </a:r>
          </a:p>
          <a:p>
            <a:r>
              <a:rPr lang="de-DE" dirty="0"/>
              <a:t>Mapping, </a:t>
            </a:r>
            <a:r>
              <a:rPr lang="de-DE" dirty="0" err="1"/>
              <a:t>join</a:t>
            </a:r>
            <a:r>
              <a:rPr lang="de-DE" dirty="0"/>
              <a:t> im </a:t>
            </a:r>
            <a:r>
              <a:rPr lang="de-DE" dirty="0" err="1"/>
              <a:t>Preprocessing</a:t>
            </a:r>
            <a:r>
              <a:rPr lang="de-DE" dirty="0"/>
              <a:t> zum </a:t>
            </a:r>
            <a:r>
              <a:rPr lang="de-DE" dirty="0" err="1"/>
              <a:t>Anomalieausschluss</a:t>
            </a:r>
            <a:r>
              <a:rPr lang="de-DE" dirty="0"/>
              <a:t> zu verwenden</a:t>
            </a:r>
          </a:p>
          <a:p>
            <a:r>
              <a:rPr lang="de-DE" dirty="0"/>
              <a:t>Galaxy Schema mit 2 Faktentabellen bauen</a:t>
            </a:r>
          </a:p>
        </p:txBody>
      </p:sp>
    </p:spTree>
    <p:extLst>
      <p:ext uri="{BB962C8B-B14F-4D97-AF65-F5344CB8AC3E}">
        <p14:creationId xmlns:p14="http://schemas.microsoft.com/office/powerpoint/2010/main" val="1664457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52C5E0-3223-756D-3339-5020B460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das Fazit und welche nächsten Schritte können wir </a:t>
            </a:r>
            <a:r>
              <a:rPr lang="de-DE" dirty="0" err="1"/>
              <a:t>Olist</a:t>
            </a:r>
            <a:r>
              <a:rPr lang="de-DE" dirty="0"/>
              <a:t> empfehlen?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1F7B12-43CB-1EA1-1C3D-C5FF0BC7B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Verpackungskosten und Lieferzeit können optimiert werden. Kostenlose Lieferungen könnten eine Möglichkeit sein.</a:t>
            </a:r>
          </a:p>
        </p:txBody>
      </p:sp>
    </p:spTree>
    <p:extLst>
      <p:ext uri="{BB962C8B-B14F-4D97-AF65-F5344CB8AC3E}">
        <p14:creationId xmlns:p14="http://schemas.microsoft.com/office/powerpoint/2010/main" val="3021691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BABF1F-172C-9FC0-142C-145B111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Danke für Eure Aufmerksamkeit!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829DE02-FD5C-A514-BD85-D2A8E72EF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532" y="1356144"/>
            <a:ext cx="3338694" cy="497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08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list-Thema-Power-Point-v2">
      <a:dk1>
        <a:srgbClr val="1E3A8A"/>
      </a:dk1>
      <a:lt1>
        <a:srgbClr val="FBC8A3"/>
      </a:lt1>
      <a:dk2>
        <a:srgbClr val="1E3A8A"/>
      </a:dk2>
      <a:lt2>
        <a:srgbClr val="FBC8A3"/>
      </a:lt2>
      <a:accent1>
        <a:srgbClr val="000000"/>
      </a:accent1>
      <a:accent2>
        <a:srgbClr val="B68D2F"/>
      </a:accent2>
      <a:accent3>
        <a:srgbClr val="F97316"/>
      </a:accent3>
      <a:accent4>
        <a:srgbClr val="2563EB"/>
      </a:accent4>
      <a:accent5>
        <a:srgbClr val="D97706"/>
      </a:accent5>
      <a:accent6>
        <a:srgbClr val="EA580C"/>
      </a:accent6>
      <a:hlink>
        <a:srgbClr val="467886"/>
      </a:hlink>
      <a:folHlink>
        <a:srgbClr val="96607D"/>
      </a:folHlink>
    </a:clrScheme>
    <a:fontScheme name="Olist-Font-Power-Poin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429</Words>
  <Application>Microsoft Office PowerPoint</Application>
  <PresentationFormat>Breitbild</PresentationFormat>
  <Paragraphs>61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   </vt:lpstr>
      <vt:lpstr>Was ist Olist?</vt:lpstr>
      <vt:lpstr>Was übernimmt Olist?</vt:lpstr>
      <vt:lpstr>Was übernimmt der Verkäufer?</vt:lpstr>
      <vt:lpstr>Welche Vorteile bietet Olist den Verkäufern?</vt:lpstr>
      <vt:lpstr>Daten-Pipeline/ Lakehouse mit AWS</vt:lpstr>
      <vt:lpstr>Wie lief die Zusammenarbeit?</vt:lpstr>
      <vt:lpstr>Ausgangsdaten (Bronze-Layer)</vt:lpstr>
      <vt:lpstr>Verarbeitete Daten (Silver-Layer)</vt:lpstr>
      <vt:lpstr>Business-Ready-Daten (Gold-Layer) (Bild ist Platzhalter, final ERD einfügen und eventuell größer bekommen)</vt:lpstr>
      <vt:lpstr>Hypothesen</vt:lpstr>
      <vt:lpstr>PowerPoint-Präsentation</vt:lpstr>
      <vt:lpstr>Was hat gefehlt? An welche Grenzen sind wir gestoßen?</vt:lpstr>
      <vt:lpstr>Was haben wir gelernt?</vt:lpstr>
      <vt:lpstr>Was ist das Fazit und welche nächsten Schritte können wir Olist empfehlen?</vt:lpstr>
      <vt:lpstr>Danke für Eure Aufmerksamkeit!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Janotte</dc:creator>
  <cp:lastModifiedBy>Jakob Georg Neubig</cp:lastModifiedBy>
  <cp:revision>10</cp:revision>
  <dcterms:created xsi:type="dcterms:W3CDTF">2026-09-15T10:04:00Z</dcterms:created>
  <dcterms:modified xsi:type="dcterms:W3CDTF">2026-09-16T11:46:32Z</dcterms:modified>
</cp:coreProperties>
</file>